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788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285DE5-EA59-43BE-8A2A-BE5AFABBD40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58B6E31-A5CB-4FE2-BD8B-EE2D289313C7}">
      <dgm:prSet/>
      <dgm:spPr/>
      <dgm:t>
        <a:bodyPr/>
        <a:lstStyle/>
        <a:p>
          <a:r>
            <a:rPr lang="en-US"/>
            <a:t>• Período anterior à invenção da escrita.</a:t>
          </a:r>
        </a:p>
      </dgm:t>
    </dgm:pt>
    <dgm:pt modelId="{39036EAC-A77C-4969-BCC2-6AC9D188860C}" type="parTrans" cxnId="{A870F80F-EBA7-4F3B-A7A8-27E2CA004D88}">
      <dgm:prSet/>
      <dgm:spPr/>
      <dgm:t>
        <a:bodyPr/>
        <a:lstStyle/>
        <a:p>
          <a:endParaRPr lang="en-US"/>
        </a:p>
      </dgm:t>
    </dgm:pt>
    <dgm:pt modelId="{D3944861-48E5-4BB3-A4F7-903875006BCF}" type="sibTrans" cxnId="{A870F80F-EBA7-4F3B-A7A8-27E2CA004D88}">
      <dgm:prSet/>
      <dgm:spPr/>
      <dgm:t>
        <a:bodyPr/>
        <a:lstStyle/>
        <a:p>
          <a:endParaRPr lang="en-US"/>
        </a:p>
      </dgm:t>
    </dgm:pt>
    <dgm:pt modelId="{1883F30C-A157-4345-8917-684E8B351C76}">
      <dgm:prSet/>
      <dgm:spPr/>
      <dgm:t>
        <a:bodyPr/>
        <a:lstStyle/>
        <a:p>
          <a:r>
            <a:rPr lang="en-US"/>
            <a:t>• Não significa ausência de história, mas de registros escritos.</a:t>
          </a:r>
        </a:p>
      </dgm:t>
    </dgm:pt>
    <dgm:pt modelId="{B28F21C1-5F60-4643-A67F-382AA52F0474}" type="parTrans" cxnId="{D5864BF5-4C12-4463-B1CC-B215F5E19D3B}">
      <dgm:prSet/>
      <dgm:spPr/>
      <dgm:t>
        <a:bodyPr/>
        <a:lstStyle/>
        <a:p>
          <a:endParaRPr lang="en-US"/>
        </a:p>
      </dgm:t>
    </dgm:pt>
    <dgm:pt modelId="{031C695A-5D03-4AA2-9CA3-400228CD270C}" type="sibTrans" cxnId="{D5864BF5-4C12-4463-B1CC-B215F5E19D3B}">
      <dgm:prSet/>
      <dgm:spPr/>
      <dgm:t>
        <a:bodyPr/>
        <a:lstStyle/>
        <a:p>
          <a:endParaRPr lang="en-US"/>
        </a:p>
      </dgm:t>
    </dgm:pt>
    <dgm:pt modelId="{99231975-E59C-49A8-ADAA-2DFEF990D434}">
      <dgm:prSet/>
      <dgm:spPr/>
      <dgm:t>
        <a:bodyPr/>
        <a:lstStyle/>
        <a:p>
          <a:r>
            <a:rPr lang="en-US"/>
            <a:t>• Humanos já eram criativos e inventivos nesse tempo.</a:t>
          </a:r>
        </a:p>
      </dgm:t>
    </dgm:pt>
    <dgm:pt modelId="{18EC5DAC-6735-4026-9AA7-89F38487D232}" type="parTrans" cxnId="{D46DC8DD-104A-4F0C-AE74-85A8B378196C}">
      <dgm:prSet/>
      <dgm:spPr/>
      <dgm:t>
        <a:bodyPr/>
        <a:lstStyle/>
        <a:p>
          <a:endParaRPr lang="en-US"/>
        </a:p>
      </dgm:t>
    </dgm:pt>
    <dgm:pt modelId="{B49EB1A8-D583-4C03-8DB2-7EB559E77185}" type="sibTrans" cxnId="{D46DC8DD-104A-4F0C-AE74-85A8B378196C}">
      <dgm:prSet/>
      <dgm:spPr/>
      <dgm:t>
        <a:bodyPr/>
        <a:lstStyle/>
        <a:p>
          <a:endParaRPr lang="en-US"/>
        </a:p>
      </dgm:t>
    </dgm:pt>
    <dgm:pt modelId="{543B52A8-E4BB-44E4-B28F-83EB660F1568}" type="pres">
      <dgm:prSet presAssocID="{6B285DE5-EA59-43BE-8A2A-BE5AFABBD407}" presName="root" presStyleCnt="0">
        <dgm:presLayoutVars>
          <dgm:dir/>
          <dgm:resizeHandles val="exact"/>
        </dgm:presLayoutVars>
      </dgm:prSet>
      <dgm:spPr/>
    </dgm:pt>
    <dgm:pt modelId="{AD37D1A1-DF5A-41DA-8F89-C6F4F5F3D4A7}" type="pres">
      <dgm:prSet presAssocID="{658B6E31-A5CB-4FE2-BD8B-EE2D289313C7}" presName="compNode" presStyleCnt="0"/>
      <dgm:spPr/>
    </dgm:pt>
    <dgm:pt modelId="{23FE1FD2-B92E-46B7-8377-1ABD35D1182B}" type="pres">
      <dgm:prSet presAssocID="{658B6E31-A5CB-4FE2-BD8B-EE2D289313C7}" presName="bgRect" presStyleLbl="bgShp" presStyleIdx="0" presStyleCnt="3"/>
      <dgm:spPr/>
    </dgm:pt>
    <dgm:pt modelId="{14C4FD52-152B-4FFE-B464-CCAB23F29192}" type="pres">
      <dgm:prSet presAssocID="{658B6E31-A5CB-4FE2-BD8B-EE2D289313C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ápis"/>
        </a:ext>
      </dgm:extLst>
    </dgm:pt>
    <dgm:pt modelId="{180DCBBD-0EE6-4E26-9B0A-6BDA2E332CC3}" type="pres">
      <dgm:prSet presAssocID="{658B6E31-A5CB-4FE2-BD8B-EE2D289313C7}" presName="spaceRect" presStyleCnt="0"/>
      <dgm:spPr/>
    </dgm:pt>
    <dgm:pt modelId="{C1D071C3-0094-4F1C-AEE2-60C1394A2BFF}" type="pres">
      <dgm:prSet presAssocID="{658B6E31-A5CB-4FE2-BD8B-EE2D289313C7}" presName="parTx" presStyleLbl="revTx" presStyleIdx="0" presStyleCnt="3">
        <dgm:presLayoutVars>
          <dgm:chMax val="0"/>
          <dgm:chPref val="0"/>
        </dgm:presLayoutVars>
      </dgm:prSet>
      <dgm:spPr/>
    </dgm:pt>
    <dgm:pt modelId="{34C0AD0A-7005-4A1A-B7C2-97AAF319CE45}" type="pres">
      <dgm:prSet presAssocID="{D3944861-48E5-4BB3-A4F7-903875006BCF}" presName="sibTrans" presStyleCnt="0"/>
      <dgm:spPr/>
    </dgm:pt>
    <dgm:pt modelId="{088CC776-E750-402A-B07A-5F75F7148813}" type="pres">
      <dgm:prSet presAssocID="{1883F30C-A157-4345-8917-684E8B351C76}" presName="compNode" presStyleCnt="0"/>
      <dgm:spPr/>
    </dgm:pt>
    <dgm:pt modelId="{D8569D9E-D5EB-4D3D-858B-28C6F366ABA2}" type="pres">
      <dgm:prSet presAssocID="{1883F30C-A157-4345-8917-684E8B351C76}" presName="bgRect" presStyleLbl="bgShp" presStyleIdx="1" presStyleCnt="3"/>
      <dgm:spPr/>
    </dgm:pt>
    <dgm:pt modelId="{31BFED74-3C48-4F91-9A79-68BD7E7264D9}" type="pres">
      <dgm:prSet presAssocID="{1883F30C-A157-4345-8917-684E8B351C7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9948328C-C81E-4D44-BD5E-FCD038ADEB16}" type="pres">
      <dgm:prSet presAssocID="{1883F30C-A157-4345-8917-684E8B351C76}" presName="spaceRect" presStyleCnt="0"/>
      <dgm:spPr/>
    </dgm:pt>
    <dgm:pt modelId="{3E266191-8978-426A-9C90-3F42BA97E0D4}" type="pres">
      <dgm:prSet presAssocID="{1883F30C-A157-4345-8917-684E8B351C76}" presName="parTx" presStyleLbl="revTx" presStyleIdx="1" presStyleCnt="3">
        <dgm:presLayoutVars>
          <dgm:chMax val="0"/>
          <dgm:chPref val="0"/>
        </dgm:presLayoutVars>
      </dgm:prSet>
      <dgm:spPr/>
    </dgm:pt>
    <dgm:pt modelId="{4A888B54-235B-4EC4-B1ED-AF4A663BA8AE}" type="pres">
      <dgm:prSet presAssocID="{031C695A-5D03-4AA2-9CA3-400228CD270C}" presName="sibTrans" presStyleCnt="0"/>
      <dgm:spPr/>
    </dgm:pt>
    <dgm:pt modelId="{18FFDFED-F1ED-4152-A103-55719FBACDE7}" type="pres">
      <dgm:prSet presAssocID="{99231975-E59C-49A8-ADAA-2DFEF990D434}" presName="compNode" presStyleCnt="0"/>
      <dgm:spPr/>
    </dgm:pt>
    <dgm:pt modelId="{222BB196-489C-4B60-9B42-FC94C627952C}" type="pres">
      <dgm:prSet presAssocID="{99231975-E59C-49A8-ADAA-2DFEF990D434}" presName="bgRect" presStyleLbl="bgShp" presStyleIdx="2" presStyleCnt="3"/>
      <dgm:spPr/>
    </dgm:pt>
    <dgm:pt modelId="{7F689316-76E9-42B0-A957-CD96E51172F7}" type="pres">
      <dgm:prSet presAssocID="{99231975-E59C-49A8-ADAA-2DFEF990D43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co-íris"/>
        </a:ext>
      </dgm:extLst>
    </dgm:pt>
    <dgm:pt modelId="{3CBFAD33-8964-426D-A3D0-8884220F4872}" type="pres">
      <dgm:prSet presAssocID="{99231975-E59C-49A8-ADAA-2DFEF990D434}" presName="spaceRect" presStyleCnt="0"/>
      <dgm:spPr/>
    </dgm:pt>
    <dgm:pt modelId="{35B647D4-726A-4BB0-AC2F-56CAB929E67B}" type="pres">
      <dgm:prSet presAssocID="{99231975-E59C-49A8-ADAA-2DFEF990D43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610DF0B-670F-4BF0-BB9D-4CC57748A4C7}" type="presOf" srcId="{6B285DE5-EA59-43BE-8A2A-BE5AFABBD407}" destId="{543B52A8-E4BB-44E4-B28F-83EB660F1568}" srcOrd="0" destOrd="0" presId="urn:microsoft.com/office/officeart/2018/2/layout/IconVerticalSolidList"/>
    <dgm:cxn modelId="{A870F80F-EBA7-4F3B-A7A8-27E2CA004D88}" srcId="{6B285DE5-EA59-43BE-8A2A-BE5AFABBD407}" destId="{658B6E31-A5CB-4FE2-BD8B-EE2D289313C7}" srcOrd="0" destOrd="0" parTransId="{39036EAC-A77C-4969-BCC2-6AC9D188860C}" sibTransId="{D3944861-48E5-4BB3-A4F7-903875006BCF}"/>
    <dgm:cxn modelId="{CA976380-C085-4583-9805-D609F944631C}" type="presOf" srcId="{99231975-E59C-49A8-ADAA-2DFEF990D434}" destId="{35B647D4-726A-4BB0-AC2F-56CAB929E67B}" srcOrd="0" destOrd="0" presId="urn:microsoft.com/office/officeart/2018/2/layout/IconVerticalSolidList"/>
    <dgm:cxn modelId="{3D594CAA-0217-44B0-9753-25DC2FF9072C}" type="presOf" srcId="{1883F30C-A157-4345-8917-684E8B351C76}" destId="{3E266191-8978-426A-9C90-3F42BA97E0D4}" srcOrd="0" destOrd="0" presId="urn:microsoft.com/office/officeart/2018/2/layout/IconVerticalSolidList"/>
    <dgm:cxn modelId="{B7273BCA-8D21-461C-8527-F50A55474E4B}" type="presOf" srcId="{658B6E31-A5CB-4FE2-BD8B-EE2D289313C7}" destId="{C1D071C3-0094-4F1C-AEE2-60C1394A2BFF}" srcOrd="0" destOrd="0" presId="urn:microsoft.com/office/officeart/2018/2/layout/IconVerticalSolidList"/>
    <dgm:cxn modelId="{D46DC8DD-104A-4F0C-AE74-85A8B378196C}" srcId="{6B285DE5-EA59-43BE-8A2A-BE5AFABBD407}" destId="{99231975-E59C-49A8-ADAA-2DFEF990D434}" srcOrd="2" destOrd="0" parTransId="{18EC5DAC-6735-4026-9AA7-89F38487D232}" sibTransId="{B49EB1A8-D583-4C03-8DB2-7EB559E77185}"/>
    <dgm:cxn modelId="{D5864BF5-4C12-4463-B1CC-B215F5E19D3B}" srcId="{6B285DE5-EA59-43BE-8A2A-BE5AFABBD407}" destId="{1883F30C-A157-4345-8917-684E8B351C76}" srcOrd="1" destOrd="0" parTransId="{B28F21C1-5F60-4643-A67F-382AA52F0474}" sibTransId="{031C695A-5D03-4AA2-9CA3-400228CD270C}"/>
    <dgm:cxn modelId="{B5A2E1FF-598C-4F48-A596-AD1558B1BEA3}" type="presParOf" srcId="{543B52A8-E4BB-44E4-B28F-83EB660F1568}" destId="{AD37D1A1-DF5A-41DA-8F89-C6F4F5F3D4A7}" srcOrd="0" destOrd="0" presId="urn:microsoft.com/office/officeart/2018/2/layout/IconVerticalSolidList"/>
    <dgm:cxn modelId="{0255ED25-A5B4-43C5-BE69-828B8EF12D03}" type="presParOf" srcId="{AD37D1A1-DF5A-41DA-8F89-C6F4F5F3D4A7}" destId="{23FE1FD2-B92E-46B7-8377-1ABD35D1182B}" srcOrd="0" destOrd="0" presId="urn:microsoft.com/office/officeart/2018/2/layout/IconVerticalSolidList"/>
    <dgm:cxn modelId="{E845421F-21B6-4F64-AABA-C2F19175481D}" type="presParOf" srcId="{AD37D1A1-DF5A-41DA-8F89-C6F4F5F3D4A7}" destId="{14C4FD52-152B-4FFE-B464-CCAB23F29192}" srcOrd="1" destOrd="0" presId="urn:microsoft.com/office/officeart/2018/2/layout/IconVerticalSolidList"/>
    <dgm:cxn modelId="{73449C97-7091-4C71-8C68-48FBDD045BA8}" type="presParOf" srcId="{AD37D1A1-DF5A-41DA-8F89-C6F4F5F3D4A7}" destId="{180DCBBD-0EE6-4E26-9B0A-6BDA2E332CC3}" srcOrd="2" destOrd="0" presId="urn:microsoft.com/office/officeart/2018/2/layout/IconVerticalSolidList"/>
    <dgm:cxn modelId="{65A573D2-A78C-4C91-9CBB-7E3644FDD037}" type="presParOf" srcId="{AD37D1A1-DF5A-41DA-8F89-C6F4F5F3D4A7}" destId="{C1D071C3-0094-4F1C-AEE2-60C1394A2BFF}" srcOrd="3" destOrd="0" presId="urn:microsoft.com/office/officeart/2018/2/layout/IconVerticalSolidList"/>
    <dgm:cxn modelId="{DFF2CECD-1C1A-4223-AC30-AD16E7784EC6}" type="presParOf" srcId="{543B52A8-E4BB-44E4-B28F-83EB660F1568}" destId="{34C0AD0A-7005-4A1A-B7C2-97AAF319CE45}" srcOrd="1" destOrd="0" presId="urn:microsoft.com/office/officeart/2018/2/layout/IconVerticalSolidList"/>
    <dgm:cxn modelId="{DA57AB45-E54D-445B-9EE6-6A8E25983198}" type="presParOf" srcId="{543B52A8-E4BB-44E4-B28F-83EB660F1568}" destId="{088CC776-E750-402A-B07A-5F75F7148813}" srcOrd="2" destOrd="0" presId="urn:microsoft.com/office/officeart/2018/2/layout/IconVerticalSolidList"/>
    <dgm:cxn modelId="{94CB881F-16C6-4DEE-9029-518CAB9918A2}" type="presParOf" srcId="{088CC776-E750-402A-B07A-5F75F7148813}" destId="{D8569D9E-D5EB-4D3D-858B-28C6F366ABA2}" srcOrd="0" destOrd="0" presId="urn:microsoft.com/office/officeart/2018/2/layout/IconVerticalSolidList"/>
    <dgm:cxn modelId="{6CEC77AB-FD09-460B-BE13-F822652598FF}" type="presParOf" srcId="{088CC776-E750-402A-B07A-5F75F7148813}" destId="{31BFED74-3C48-4F91-9A79-68BD7E7264D9}" srcOrd="1" destOrd="0" presId="urn:microsoft.com/office/officeart/2018/2/layout/IconVerticalSolidList"/>
    <dgm:cxn modelId="{60F525A3-FCD0-4E7D-AB5E-2AD1AECC9511}" type="presParOf" srcId="{088CC776-E750-402A-B07A-5F75F7148813}" destId="{9948328C-C81E-4D44-BD5E-FCD038ADEB16}" srcOrd="2" destOrd="0" presId="urn:microsoft.com/office/officeart/2018/2/layout/IconVerticalSolidList"/>
    <dgm:cxn modelId="{242AE00B-25D1-4772-A813-FF888D704CCD}" type="presParOf" srcId="{088CC776-E750-402A-B07A-5F75F7148813}" destId="{3E266191-8978-426A-9C90-3F42BA97E0D4}" srcOrd="3" destOrd="0" presId="urn:microsoft.com/office/officeart/2018/2/layout/IconVerticalSolidList"/>
    <dgm:cxn modelId="{E4F761E2-382F-4049-8CFE-F3EAD10A17CB}" type="presParOf" srcId="{543B52A8-E4BB-44E4-B28F-83EB660F1568}" destId="{4A888B54-235B-4EC4-B1ED-AF4A663BA8AE}" srcOrd="3" destOrd="0" presId="urn:microsoft.com/office/officeart/2018/2/layout/IconVerticalSolidList"/>
    <dgm:cxn modelId="{3D06EC79-33A6-4A17-987D-AD20F3527478}" type="presParOf" srcId="{543B52A8-E4BB-44E4-B28F-83EB660F1568}" destId="{18FFDFED-F1ED-4152-A103-55719FBACDE7}" srcOrd="4" destOrd="0" presId="urn:microsoft.com/office/officeart/2018/2/layout/IconVerticalSolidList"/>
    <dgm:cxn modelId="{81478993-5DAD-407B-91FD-75863F2DCFC5}" type="presParOf" srcId="{18FFDFED-F1ED-4152-A103-55719FBACDE7}" destId="{222BB196-489C-4B60-9B42-FC94C627952C}" srcOrd="0" destOrd="0" presId="urn:microsoft.com/office/officeart/2018/2/layout/IconVerticalSolidList"/>
    <dgm:cxn modelId="{6240301E-D584-4840-8711-A0B870455939}" type="presParOf" srcId="{18FFDFED-F1ED-4152-A103-55719FBACDE7}" destId="{7F689316-76E9-42B0-A957-CD96E51172F7}" srcOrd="1" destOrd="0" presId="urn:microsoft.com/office/officeart/2018/2/layout/IconVerticalSolidList"/>
    <dgm:cxn modelId="{0088E636-DA29-4E7C-A5C0-16ED652F51E9}" type="presParOf" srcId="{18FFDFED-F1ED-4152-A103-55719FBACDE7}" destId="{3CBFAD33-8964-426D-A3D0-8884220F4872}" srcOrd="2" destOrd="0" presId="urn:microsoft.com/office/officeart/2018/2/layout/IconVerticalSolidList"/>
    <dgm:cxn modelId="{3E5D8C77-EBBE-4DF2-AD1E-AC000AF40E96}" type="presParOf" srcId="{18FFDFED-F1ED-4152-A103-55719FBACDE7}" destId="{35B647D4-726A-4BB0-AC2F-56CAB929E6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916AE1-AFA9-4031-B45A-1A612E746D74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08007B3-2218-4BDC-85CD-3AA7FE5B570F}">
      <dgm:prSet/>
      <dgm:spPr/>
      <dgm:t>
        <a:bodyPr/>
        <a:lstStyle/>
        <a:p>
          <a:r>
            <a:rPr lang="en-US"/>
            <a:t>• Através de vestígios materiais: ferramentas, pinturas, ossos.</a:t>
          </a:r>
        </a:p>
      </dgm:t>
    </dgm:pt>
    <dgm:pt modelId="{DA6A620B-FF67-47E0-99B5-068BDFA64C62}" type="parTrans" cxnId="{353369DB-76A6-4794-AB2B-801FE9B4B388}">
      <dgm:prSet/>
      <dgm:spPr/>
      <dgm:t>
        <a:bodyPr/>
        <a:lstStyle/>
        <a:p>
          <a:endParaRPr lang="en-US"/>
        </a:p>
      </dgm:t>
    </dgm:pt>
    <dgm:pt modelId="{DF3628E0-4BD1-49F0-9D35-22CB235C025A}" type="sibTrans" cxnId="{353369DB-76A6-4794-AB2B-801FE9B4B388}">
      <dgm:prSet/>
      <dgm:spPr/>
      <dgm:t>
        <a:bodyPr/>
        <a:lstStyle/>
        <a:p>
          <a:endParaRPr lang="en-US"/>
        </a:p>
      </dgm:t>
    </dgm:pt>
    <dgm:pt modelId="{618B22F5-FD89-48BC-9947-E660A09D9155}">
      <dgm:prSet/>
      <dgm:spPr/>
      <dgm:t>
        <a:bodyPr/>
        <a:lstStyle/>
        <a:p>
          <a:r>
            <a:rPr lang="en-US"/>
            <a:t>• Arqueólogos estudam esses objetos como detetives do passado.</a:t>
          </a:r>
        </a:p>
      </dgm:t>
    </dgm:pt>
    <dgm:pt modelId="{40D70364-9EC7-4B61-A24C-658D0880A128}" type="parTrans" cxnId="{4A7FDBD6-BCF0-4551-B670-2A1DBBD830A1}">
      <dgm:prSet/>
      <dgm:spPr/>
      <dgm:t>
        <a:bodyPr/>
        <a:lstStyle/>
        <a:p>
          <a:endParaRPr lang="en-US"/>
        </a:p>
      </dgm:t>
    </dgm:pt>
    <dgm:pt modelId="{D9820FB9-19F6-406E-940C-BCD9F3C13A40}" type="sibTrans" cxnId="{4A7FDBD6-BCF0-4551-B670-2A1DBBD830A1}">
      <dgm:prSet/>
      <dgm:spPr/>
      <dgm:t>
        <a:bodyPr/>
        <a:lstStyle/>
        <a:p>
          <a:endParaRPr lang="en-US"/>
        </a:p>
      </dgm:t>
    </dgm:pt>
    <dgm:pt modelId="{843F7CF1-9CBA-45E5-8CAE-69AEC3469F57}">
      <dgm:prSet/>
      <dgm:spPr/>
      <dgm:t>
        <a:bodyPr/>
        <a:lstStyle/>
        <a:p>
          <a:r>
            <a:rPr lang="en-US"/>
            <a:t>• Cada objeto conta uma história sobre o modo de vida antigo.</a:t>
          </a:r>
        </a:p>
      </dgm:t>
    </dgm:pt>
    <dgm:pt modelId="{284EDB1E-F235-4752-A535-92AD3EDACE73}" type="parTrans" cxnId="{ED59294C-B162-4EAD-AA43-D323217B983D}">
      <dgm:prSet/>
      <dgm:spPr/>
      <dgm:t>
        <a:bodyPr/>
        <a:lstStyle/>
        <a:p>
          <a:endParaRPr lang="en-US"/>
        </a:p>
      </dgm:t>
    </dgm:pt>
    <dgm:pt modelId="{A09C7EEB-9E2E-4E11-9AFE-127F1A200212}" type="sibTrans" cxnId="{ED59294C-B162-4EAD-AA43-D323217B983D}">
      <dgm:prSet/>
      <dgm:spPr/>
      <dgm:t>
        <a:bodyPr/>
        <a:lstStyle/>
        <a:p>
          <a:endParaRPr lang="en-US"/>
        </a:p>
      </dgm:t>
    </dgm:pt>
    <dgm:pt modelId="{F761E43F-8189-4343-8BC3-288635FED47F}" type="pres">
      <dgm:prSet presAssocID="{A2916AE1-AFA9-4031-B45A-1A612E746D74}" presName="linear" presStyleCnt="0">
        <dgm:presLayoutVars>
          <dgm:animLvl val="lvl"/>
          <dgm:resizeHandles val="exact"/>
        </dgm:presLayoutVars>
      </dgm:prSet>
      <dgm:spPr/>
    </dgm:pt>
    <dgm:pt modelId="{E29A3CC9-C2B1-4448-AA56-B1299FECBC64}" type="pres">
      <dgm:prSet presAssocID="{608007B3-2218-4BDC-85CD-3AA7FE5B570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75758B9-CE4B-4CD4-B35C-053A0A51F5CC}" type="pres">
      <dgm:prSet presAssocID="{DF3628E0-4BD1-49F0-9D35-22CB235C025A}" presName="spacer" presStyleCnt="0"/>
      <dgm:spPr/>
    </dgm:pt>
    <dgm:pt modelId="{D01DC18B-EE6A-43F8-9F31-181E9E85E757}" type="pres">
      <dgm:prSet presAssocID="{618B22F5-FD89-48BC-9947-E660A09D915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8DB5DFA-18A6-402B-A820-C45FA86C7A51}" type="pres">
      <dgm:prSet presAssocID="{D9820FB9-19F6-406E-940C-BCD9F3C13A40}" presName="spacer" presStyleCnt="0"/>
      <dgm:spPr/>
    </dgm:pt>
    <dgm:pt modelId="{8F663434-E8DE-484D-A732-6D6FC6C253B1}" type="pres">
      <dgm:prSet presAssocID="{843F7CF1-9CBA-45E5-8CAE-69AEC3469F5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9390166-E166-47E1-8A52-61F210553F46}" type="presOf" srcId="{618B22F5-FD89-48BC-9947-E660A09D9155}" destId="{D01DC18B-EE6A-43F8-9F31-181E9E85E757}" srcOrd="0" destOrd="0" presId="urn:microsoft.com/office/officeart/2005/8/layout/vList2"/>
    <dgm:cxn modelId="{ED59294C-B162-4EAD-AA43-D323217B983D}" srcId="{A2916AE1-AFA9-4031-B45A-1A612E746D74}" destId="{843F7CF1-9CBA-45E5-8CAE-69AEC3469F57}" srcOrd="2" destOrd="0" parTransId="{284EDB1E-F235-4752-A535-92AD3EDACE73}" sibTransId="{A09C7EEB-9E2E-4E11-9AFE-127F1A200212}"/>
    <dgm:cxn modelId="{99808689-72B2-4A8A-99D4-95DA79648DD8}" type="presOf" srcId="{843F7CF1-9CBA-45E5-8CAE-69AEC3469F57}" destId="{8F663434-E8DE-484D-A732-6D6FC6C253B1}" srcOrd="0" destOrd="0" presId="urn:microsoft.com/office/officeart/2005/8/layout/vList2"/>
    <dgm:cxn modelId="{292A93AC-3BE2-4BF1-B2A3-6B0EE0A4CCC8}" type="presOf" srcId="{A2916AE1-AFA9-4031-B45A-1A612E746D74}" destId="{F761E43F-8189-4343-8BC3-288635FED47F}" srcOrd="0" destOrd="0" presId="urn:microsoft.com/office/officeart/2005/8/layout/vList2"/>
    <dgm:cxn modelId="{74E1B1CA-89D8-442A-BDA3-58064EED5AFE}" type="presOf" srcId="{608007B3-2218-4BDC-85CD-3AA7FE5B570F}" destId="{E29A3CC9-C2B1-4448-AA56-B1299FECBC64}" srcOrd="0" destOrd="0" presId="urn:microsoft.com/office/officeart/2005/8/layout/vList2"/>
    <dgm:cxn modelId="{4A7FDBD6-BCF0-4551-B670-2A1DBBD830A1}" srcId="{A2916AE1-AFA9-4031-B45A-1A612E746D74}" destId="{618B22F5-FD89-48BC-9947-E660A09D9155}" srcOrd="1" destOrd="0" parTransId="{40D70364-9EC7-4B61-A24C-658D0880A128}" sibTransId="{D9820FB9-19F6-406E-940C-BCD9F3C13A40}"/>
    <dgm:cxn modelId="{353369DB-76A6-4794-AB2B-801FE9B4B388}" srcId="{A2916AE1-AFA9-4031-B45A-1A612E746D74}" destId="{608007B3-2218-4BDC-85CD-3AA7FE5B570F}" srcOrd="0" destOrd="0" parTransId="{DA6A620B-FF67-47E0-99B5-068BDFA64C62}" sibTransId="{DF3628E0-4BD1-49F0-9D35-22CB235C025A}"/>
    <dgm:cxn modelId="{9E0B58F9-7A37-4882-A26F-AB53A9DF10F4}" type="presParOf" srcId="{F761E43F-8189-4343-8BC3-288635FED47F}" destId="{E29A3CC9-C2B1-4448-AA56-B1299FECBC64}" srcOrd="0" destOrd="0" presId="urn:microsoft.com/office/officeart/2005/8/layout/vList2"/>
    <dgm:cxn modelId="{8137CA73-6277-4350-8C47-C9E371D66412}" type="presParOf" srcId="{F761E43F-8189-4343-8BC3-288635FED47F}" destId="{175758B9-CE4B-4CD4-B35C-053A0A51F5CC}" srcOrd="1" destOrd="0" presId="urn:microsoft.com/office/officeart/2005/8/layout/vList2"/>
    <dgm:cxn modelId="{E597E0E9-4345-4C42-A4B0-F3D504C24109}" type="presParOf" srcId="{F761E43F-8189-4343-8BC3-288635FED47F}" destId="{D01DC18B-EE6A-43F8-9F31-181E9E85E757}" srcOrd="2" destOrd="0" presId="urn:microsoft.com/office/officeart/2005/8/layout/vList2"/>
    <dgm:cxn modelId="{AB7EB269-269F-4C74-8A28-16C7FDC7D8DC}" type="presParOf" srcId="{F761E43F-8189-4343-8BC3-288635FED47F}" destId="{08DB5DFA-18A6-402B-A820-C45FA86C7A51}" srcOrd="3" destOrd="0" presId="urn:microsoft.com/office/officeart/2005/8/layout/vList2"/>
    <dgm:cxn modelId="{5F8CE6BF-13C8-4282-8F32-B29527589F8D}" type="presParOf" srcId="{F761E43F-8189-4343-8BC3-288635FED47F}" destId="{8F663434-E8DE-484D-A732-6D6FC6C253B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BCBA5C-E4EB-44B9-80E9-D786803A26C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100D347-BA81-4BEE-B5A5-20B32DA8E845}">
      <dgm:prSet/>
      <dgm:spPr/>
      <dgm:t>
        <a:bodyPr/>
        <a:lstStyle/>
        <a:p>
          <a:r>
            <a:rPr lang="en-US"/>
            <a:t>• Nomadismo: viviam mudando de lugar.</a:t>
          </a:r>
        </a:p>
      </dgm:t>
    </dgm:pt>
    <dgm:pt modelId="{1CC4DF7F-53F1-473B-AFBB-D689CB892305}" type="parTrans" cxnId="{159B8E6C-A5DE-4711-966B-FA14E93D2661}">
      <dgm:prSet/>
      <dgm:spPr/>
      <dgm:t>
        <a:bodyPr/>
        <a:lstStyle/>
        <a:p>
          <a:endParaRPr lang="en-US"/>
        </a:p>
      </dgm:t>
    </dgm:pt>
    <dgm:pt modelId="{DC41E1B5-C216-4FD9-B11D-6754668B5475}" type="sibTrans" cxnId="{159B8E6C-A5DE-4711-966B-FA14E93D2661}">
      <dgm:prSet/>
      <dgm:spPr/>
      <dgm:t>
        <a:bodyPr/>
        <a:lstStyle/>
        <a:p>
          <a:endParaRPr lang="en-US"/>
        </a:p>
      </dgm:t>
    </dgm:pt>
    <dgm:pt modelId="{97C7C347-E9A1-4238-BFE6-8CA2A29F5544}">
      <dgm:prSet/>
      <dgm:spPr/>
      <dgm:t>
        <a:bodyPr/>
        <a:lstStyle/>
        <a:p>
          <a:r>
            <a:rPr lang="en-US"/>
            <a:t>• Caça, pesca e coleta de alimentos.</a:t>
          </a:r>
        </a:p>
      </dgm:t>
    </dgm:pt>
    <dgm:pt modelId="{53FF3943-157E-4908-9ECB-588ED8F6D551}" type="parTrans" cxnId="{628BE513-782D-4F69-8D0A-B750EACEFB54}">
      <dgm:prSet/>
      <dgm:spPr/>
      <dgm:t>
        <a:bodyPr/>
        <a:lstStyle/>
        <a:p>
          <a:endParaRPr lang="en-US"/>
        </a:p>
      </dgm:t>
    </dgm:pt>
    <dgm:pt modelId="{B0A48657-5D94-4E03-9FE2-AF26B8E2B088}" type="sibTrans" cxnId="{628BE513-782D-4F69-8D0A-B750EACEFB54}">
      <dgm:prSet/>
      <dgm:spPr/>
      <dgm:t>
        <a:bodyPr/>
        <a:lstStyle/>
        <a:p>
          <a:endParaRPr lang="en-US"/>
        </a:p>
      </dgm:t>
    </dgm:pt>
    <dgm:pt modelId="{78CAD565-FDA7-44E8-B580-D1856F2C4BD7}">
      <dgm:prSet/>
      <dgm:spPr/>
      <dgm:t>
        <a:bodyPr/>
        <a:lstStyle/>
        <a:p>
          <a:r>
            <a:rPr lang="en-US"/>
            <a:t>• Ferramentas de pedra lascada.</a:t>
          </a:r>
        </a:p>
      </dgm:t>
    </dgm:pt>
    <dgm:pt modelId="{3A0EFA60-6E44-40AD-A5A3-3C20BE7C8091}" type="parTrans" cxnId="{A114A2FB-0E95-4BD3-95F3-F7D0299CDE23}">
      <dgm:prSet/>
      <dgm:spPr/>
      <dgm:t>
        <a:bodyPr/>
        <a:lstStyle/>
        <a:p>
          <a:endParaRPr lang="en-US"/>
        </a:p>
      </dgm:t>
    </dgm:pt>
    <dgm:pt modelId="{69D32D76-3AC3-4773-B242-A862BE9827AD}" type="sibTrans" cxnId="{A114A2FB-0E95-4BD3-95F3-F7D0299CDE23}">
      <dgm:prSet/>
      <dgm:spPr/>
      <dgm:t>
        <a:bodyPr/>
        <a:lstStyle/>
        <a:p>
          <a:endParaRPr lang="en-US"/>
        </a:p>
      </dgm:t>
    </dgm:pt>
    <dgm:pt modelId="{48B99B9C-6B75-422C-A245-F13746EDFDB1}">
      <dgm:prSet/>
      <dgm:spPr/>
      <dgm:t>
        <a:bodyPr/>
        <a:lstStyle/>
        <a:p>
          <a:r>
            <a:rPr lang="en-US"/>
            <a:t>• Pinturas rupestres nas cavernas.</a:t>
          </a:r>
        </a:p>
      </dgm:t>
    </dgm:pt>
    <dgm:pt modelId="{F4AF955C-9A5F-45A0-A5A2-5B1331D74EAE}" type="parTrans" cxnId="{C720CC16-A3CE-413D-A9DF-C599CCEA2052}">
      <dgm:prSet/>
      <dgm:spPr/>
      <dgm:t>
        <a:bodyPr/>
        <a:lstStyle/>
        <a:p>
          <a:endParaRPr lang="en-US"/>
        </a:p>
      </dgm:t>
    </dgm:pt>
    <dgm:pt modelId="{24CC2000-EC3F-4A5C-9DBB-D3168D543FF3}" type="sibTrans" cxnId="{C720CC16-A3CE-413D-A9DF-C599CCEA2052}">
      <dgm:prSet/>
      <dgm:spPr/>
      <dgm:t>
        <a:bodyPr/>
        <a:lstStyle/>
        <a:p>
          <a:endParaRPr lang="en-US"/>
        </a:p>
      </dgm:t>
    </dgm:pt>
    <dgm:pt modelId="{4F218839-7309-4659-A1BD-B176EA756F0A}" type="pres">
      <dgm:prSet presAssocID="{53BCBA5C-E4EB-44B9-80E9-D786803A26CC}" presName="linear" presStyleCnt="0">
        <dgm:presLayoutVars>
          <dgm:animLvl val="lvl"/>
          <dgm:resizeHandles val="exact"/>
        </dgm:presLayoutVars>
      </dgm:prSet>
      <dgm:spPr/>
    </dgm:pt>
    <dgm:pt modelId="{4288A349-BCED-4655-AF25-8165359B23AE}" type="pres">
      <dgm:prSet presAssocID="{0100D347-BA81-4BEE-B5A5-20B32DA8E84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B5F4FC3-2EDB-4066-B49F-20FA2A4F675F}" type="pres">
      <dgm:prSet presAssocID="{DC41E1B5-C216-4FD9-B11D-6754668B5475}" presName="spacer" presStyleCnt="0"/>
      <dgm:spPr/>
    </dgm:pt>
    <dgm:pt modelId="{D3D27934-8214-4911-A36A-0EC3A94B2A23}" type="pres">
      <dgm:prSet presAssocID="{97C7C347-E9A1-4238-BFE6-8CA2A29F554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C16A6A4-7F16-4A1D-B1CA-044193B649D2}" type="pres">
      <dgm:prSet presAssocID="{B0A48657-5D94-4E03-9FE2-AF26B8E2B088}" presName="spacer" presStyleCnt="0"/>
      <dgm:spPr/>
    </dgm:pt>
    <dgm:pt modelId="{9DA8DB28-3D08-4958-8099-2A1C3451BB8D}" type="pres">
      <dgm:prSet presAssocID="{78CAD565-FDA7-44E8-B580-D1856F2C4BD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F7A48F3-2CD3-4917-A906-31DCC5F23DFA}" type="pres">
      <dgm:prSet presAssocID="{69D32D76-3AC3-4773-B242-A862BE9827AD}" presName="spacer" presStyleCnt="0"/>
      <dgm:spPr/>
    </dgm:pt>
    <dgm:pt modelId="{0E29198E-3EB4-4169-8601-D722D3E9983E}" type="pres">
      <dgm:prSet presAssocID="{48B99B9C-6B75-422C-A245-F13746EDFDB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28BE513-782D-4F69-8D0A-B750EACEFB54}" srcId="{53BCBA5C-E4EB-44B9-80E9-D786803A26CC}" destId="{97C7C347-E9A1-4238-BFE6-8CA2A29F5544}" srcOrd="1" destOrd="0" parTransId="{53FF3943-157E-4908-9ECB-588ED8F6D551}" sibTransId="{B0A48657-5D94-4E03-9FE2-AF26B8E2B088}"/>
    <dgm:cxn modelId="{C720CC16-A3CE-413D-A9DF-C599CCEA2052}" srcId="{53BCBA5C-E4EB-44B9-80E9-D786803A26CC}" destId="{48B99B9C-6B75-422C-A245-F13746EDFDB1}" srcOrd="3" destOrd="0" parTransId="{F4AF955C-9A5F-45A0-A5A2-5B1331D74EAE}" sibTransId="{24CC2000-EC3F-4A5C-9DBB-D3168D543FF3}"/>
    <dgm:cxn modelId="{8069F818-72F7-489C-8612-7A49BBDE146B}" type="presOf" srcId="{48B99B9C-6B75-422C-A245-F13746EDFDB1}" destId="{0E29198E-3EB4-4169-8601-D722D3E9983E}" srcOrd="0" destOrd="0" presId="urn:microsoft.com/office/officeart/2005/8/layout/vList2"/>
    <dgm:cxn modelId="{6F355538-56FF-47FD-8047-252F7E025572}" type="presOf" srcId="{53BCBA5C-E4EB-44B9-80E9-D786803A26CC}" destId="{4F218839-7309-4659-A1BD-B176EA756F0A}" srcOrd="0" destOrd="0" presId="urn:microsoft.com/office/officeart/2005/8/layout/vList2"/>
    <dgm:cxn modelId="{F3325D67-AA4D-42E3-ABDA-717E239FC838}" type="presOf" srcId="{0100D347-BA81-4BEE-B5A5-20B32DA8E845}" destId="{4288A349-BCED-4655-AF25-8165359B23AE}" srcOrd="0" destOrd="0" presId="urn:microsoft.com/office/officeart/2005/8/layout/vList2"/>
    <dgm:cxn modelId="{159B8E6C-A5DE-4711-966B-FA14E93D2661}" srcId="{53BCBA5C-E4EB-44B9-80E9-D786803A26CC}" destId="{0100D347-BA81-4BEE-B5A5-20B32DA8E845}" srcOrd="0" destOrd="0" parTransId="{1CC4DF7F-53F1-473B-AFBB-D689CB892305}" sibTransId="{DC41E1B5-C216-4FD9-B11D-6754668B5475}"/>
    <dgm:cxn modelId="{AE350653-C261-4C16-8DC7-EF782F2AF4C1}" type="presOf" srcId="{97C7C347-E9A1-4238-BFE6-8CA2A29F5544}" destId="{D3D27934-8214-4911-A36A-0EC3A94B2A23}" srcOrd="0" destOrd="0" presId="urn:microsoft.com/office/officeart/2005/8/layout/vList2"/>
    <dgm:cxn modelId="{BCA8CEDD-B3E2-4359-8DEF-643FB0514129}" type="presOf" srcId="{78CAD565-FDA7-44E8-B580-D1856F2C4BD7}" destId="{9DA8DB28-3D08-4958-8099-2A1C3451BB8D}" srcOrd="0" destOrd="0" presId="urn:microsoft.com/office/officeart/2005/8/layout/vList2"/>
    <dgm:cxn modelId="{A114A2FB-0E95-4BD3-95F3-F7D0299CDE23}" srcId="{53BCBA5C-E4EB-44B9-80E9-D786803A26CC}" destId="{78CAD565-FDA7-44E8-B580-D1856F2C4BD7}" srcOrd="2" destOrd="0" parTransId="{3A0EFA60-6E44-40AD-A5A3-3C20BE7C8091}" sibTransId="{69D32D76-3AC3-4773-B242-A862BE9827AD}"/>
    <dgm:cxn modelId="{0C6A4F04-9E47-4068-8ECC-B4D2C05B1D78}" type="presParOf" srcId="{4F218839-7309-4659-A1BD-B176EA756F0A}" destId="{4288A349-BCED-4655-AF25-8165359B23AE}" srcOrd="0" destOrd="0" presId="urn:microsoft.com/office/officeart/2005/8/layout/vList2"/>
    <dgm:cxn modelId="{9DD6947B-ADE2-4032-B99B-601015267A7D}" type="presParOf" srcId="{4F218839-7309-4659-A1BD-B176EA756F0A}" destId="{0B5F4FC3-2EDB-4066-B49F-20FA2A4F675F}" srcOrd="1" destOrd="0" presId="urn:microsoft.com/office/officeart/2005/8/layout/vList2"/>
    <dgm:cxn modelId="{3AE232C4-38C9-4549-AD6B-9E37ECF19505}" type="presParOf" srcId="{4F218839-7309-4659-A1BD-B176EA756F0A}" destId="{D3D27934-8214-4911-A36A-0EC3A94B2A23}" srcOrd="2" destOrd="0" presId="urn:microsoft.com/office/officeart/2005/8/layout/vList2"/>
    <dgm:cxn modelId="{ECDA433B-4D6C-428F-B15D-4C08D9CF2DF1}" type="presParOf" srcId="{4F218839-7309-4659-A1BD-B176EA756F0A}" destId="{FC16A6A4-7F16-4A1D-B1CA-044193B649D2}" srcOrd="3" destOrd="0" presId="urn:microsoft.com/office/officeart/2005/8/layout/vList2"/>
    <dgm:cxn modelId="{EE326E47-CB0D-4CF6-81F3-A81A5D2D7019}" type="presParOf" srcId="{4F218839-7309-4659-A1BD-B176EA756F0A}" destId="{9DA8DB28-3D08-4958-8099-2A1C3451BB8D}" srcOrd="4" destOrd="0" presId="urn:microsoft.com/office/officeart/2005/8/layout/vList2"/>
    <dgm:cxn modelId="{CABA0256-0A4D-4407-BD68-9450BCE7F793}" type="presParOf" srcId="{4F218839-7309-4659-A1BD-B176EA756F0A}" destId="{AF7A48F3-2CD3-4917-A906-31DCC5F23DFA}" srcOrd="5" destOrd="0" presId="urn:microsoft.com/office/officeart/2005/8/layout/vList2"/>
    <dgm:cxn modelId="{B98D9626-5EA8-48E0-997F-310827CA5C2E}" type="presParOf" srcId="{4F218839-7309-4659-A1BD-B176EA756F0A}" destId="{0E29198E-3EB4-4169-8601-D722D3E9983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D853AA4-B50C-4AA0-8884-4E578206C87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462BAB9-A2AE-48DD-9C9C-23D6C7A1AEA4}">
      <dgm:prSet/>
      <dgm:spPr/>
      <dgm:t>
        <a:bodyPr/>
        <a:lstStyle/>
        <a:p>
          <a:r>
            <a:rPr lang="en-US"/>
            <a:t>• Início da agricultura e domesticação de animais.</a:t>
          </a:r>
        </a:p>
      </dgm:t>
    </dgm:pt>
    <dgm:pt modelId="{36269C17-69D8-4542-9F71-10BDBE29E817}" type="parTrans" cxnId="{EC8BA9B1-0CF0-4B05-9CE1-060EF15321A3}">
      <dgm:prSet/>
      <dgm:spPr/>
      <dgm:t>
        <a:bodyPr/>
        <a:lstStyle/>
        <a:p>
          <a:endParaRPr lang="en-US"/>
        </a:p>
      </dgm:t>
    </dgm:pt>
    <dgm:pt modelId="{9C4C8267-5B2B-46E6-9D9C-0CD7A025E55C}" type="sibTrans" cxnId="{EC8BA9B1-0CF0-4B05-9CE1-060EF15321A3}">
      <dgm:prSet/>
      <dgm:spPr/>
      <dgm:t>
        <a:bodyPr/>
        <a:lstStyle/>
        <a:p>
          <a:endParaRPr lang="en-US"/>
        </a:p>
      </dgm:t>
    </dgm:pt>
    <dgm:pt modelId="{F7C109F2-51F1-4C47-84CA-B43F9A66057D}">
      <dgm:prSet/>
      <dgm:spPr/>
      <dgm:t>
        <a:bodyPr/>
        <a:lstStyle/>
        <a:p>
          <a:r>
            <a:rPr lang="en-US"/>
            <a:t>• Vida sedentária: surgem as primeiras aldeias.</a:t>
          </a:r>
        </a:p>
      </dgm:t>
    </dgm:pt>
    <dgm:pt modelId="{C474AD8E-41F7-4D42-BE80-FA27BB1DFD48}" type="parTrans" cxnId="{8253E538-795F-41FF-AB26-BD0096A2EC14}">
      <dgm:prSet/>
      <dgm:spPr/>
      <dgm:t>
        <a:bodyPr/>
        <a:lstStyle/>
        <a:p>
          <a:endParaRPr lang="en-US"/>
        </a:p>
      </dgm:t>
    </dgm:pt>
    <dgm:pt modelId="{1E1EEBAE-7EA4-4D05-AC83-A83CD2386E0D}" type="sibTrans" cxnId="{8253E538-795F-41FF-AB26-BD0096A2EC14}">
      <dgm:prSet/>
      <dgm:spPr/>
      <dgm:t>
        <a:bodyPr/>
        <a:lstStyle/>
        <a:p>
          <a:endParaRPr lang="en-US"/>
        </a:p>
      </dgm:t>
    </dgm:pt>
    <dgm:pt modelId="{5605CC1D-5422-4427-8215-1AE1D614B056}">
      <dgm:prSet/>
      <dgm:spPr/>
      <dgm:t>
        <a:bodyPr/>
        <a:lstStyle/>
        <a:p>
          <a:r>
            <a:rPr lang="en-US"/>
            <a:t>• Ferramentas mais elaboradas.</a:t>
          </a:r>
        </a:p>
      </dgm:t>
    </dgm:pt>
    <dgm:pt modelId="{A4A25BB3-386A-4457-B75E-DD351B6FEE0E}" type="parTrans" cxnId="{7089E47D-AA49-4BE7-B9B8-A0F8E1891280}">
      <dgm:prSet/>
      <dgm:spPr/>
      <dgm:t>
        <a:bodyPr/>
        <a:lstStyle/>
        <a:p>
          <a:endParaRPr lang="en-US"/>
        </a:p>
      </dgm:t>
    </dgm:pt>
    <dgm:pt modelId="{E1CCB6A1-8DFA-4506-8F00-A1D4A9EF4DDB}" type="sibTrans" cxnId="{7089E47D-AA49-4BE7-B9B8-A0F8E1891280}">
      <dgm:prSet/>
      <dgm:spPr/>
      <dgm:t>
        <a:bodyPr/>
        <a:lstStyle/>
        <a:p>
          <a:endParaRPr lang="en-US"/>
        </a:p>
      </dgm:t>
    </dgm:pt>
    <dgm:pt modelId="{D6F2B651-22A1-43AE-8CAC-E9CA51D8BD43}">
      <dgm:prSet/>
      <dgm:spPr/>
      <dgm:t>
        <a:bodyPr/>
        <a:lstStyle/>
        <a:p>
          <a:r>
            <a:rPr lang="en-US"/>
            <a:t>• Produção de cerâmica e tecidos.</a:t>
          </a:r>
        </a:p>
      </dgm:t>
    </dgm:pt>
    <dgm:pt modelId="{ECF98936-46E5-48E7-A910-AC1B20CC14B4}" type="parTrans" cxnId="{E3E0D655-4DCA-4368-98CD-BFB884E0CF88}">
      <dgm:prSet/>
      <dgm:spPr/>
      <dgm:t>
        <a:bodyPr/>
        <a:lstStyle/>
        <a:p>
          <a:endParaRPr lang="en-US"/>
        </a:p>
      </dgm:t>
    </dgm:pt>
    <dgm:pt modelId="{F3A403A6-BE40-4C68-A4CD-6B2DF05736AB}" type="sibTrans" cxnId="{E3E0D655-4DCA-4368-98CD-BFB884E0CF88}">
      <dgm:prSet/>
      <dgm:spPr/>
      <dgm:t>
        <a:bodyPr/>
        <a:lstStyle/>
        <a:p>
          <a:endParaRPr lang="en-US"/>
        </a:p>
      </dgm:t>
    </dgm:pt>
    <dgm:pt modelId="{A4F51AE8-2FCB-41D7-941C-498699C45CF3}" type="pres">
      <dgm:prSet presAssocID="{AD853AA4-B50C-4AA0-8884-4E578206C875}" presName="root" presStyleCnt="0">
        <dgm:presLayoutVars>
          <dgm:dir/>
          <dgm:resizeHandles val="exact"/>
        </dgm:presLayoutVars>
      </dgm:prSet>
      <dgm:spPr/>
    </dgm:pt>
    <dgm:pt modelId="{CE3A9B53-C4C5-4261-A9E8-DA6CDC18B391}" type="pres">
      <dgm:prSet presAssocID="{1462BAB9-A2AE-48DD-9C9C-23D6C7A1AEA4}" presName="compNode" presStyleCnt="0"/>
      <dgm:spPr/>
    </dgm:pt>
    <dgm:pt modelId="{B17D00A8-B6D8-46F4-AA52-38872AD4F1B3}" type="pres">
      <dgm:prSet presAssocID="{1462BAB9-A2AE-48DD-9C9C-23D6C7A1AEA4}" presName="bgRect" presStyleLbl="bgShp" presStyleIdx="0" presStyleCnt="4"/>
      <dgm:spPr/>
    </dgm:pt>
    <dgm:pt modelId="{29E62AD0-EE75-4D44-B7CA-C0B0D504C362}" type="pres">
      <dgm:prSet presAssocID="{1462BAB9-A2AE-48DD-9C9C-23D6C7A1AEA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aca"/>
        </a:ext>
      </dgm:extLst>
    </dgm:pt>
    <dgm:pt modelId="{ACF3F662-4082-4953-928C-B88F581BAF38}" type="pres">
      <dgm:prSet presAssocID="{1462BAB9-A2AE-48DD-9C9C-23D6C7A1AEA4}" presName="spaceRect" presStyleCnt="0"/>
      <dgm:spPr/>
    </dgm:pt>
    <dgm:pt modelId="{6F25FEF7-87ED-4BF2-A9F7-0FA00D5F9136}" type="pres">
      <dgm:prSet presAssocID="{1462BAB9-A2AE-48DD-9C9C-23D6C7A1AEA4}" presName="parTx" presStyleLbl="revTx" presStyleIdx="0" presStyleCnt="4">
        <dgm:presLayoutVars>
          <dgm:chMax val="0"/>
          <dgm:chPref val="0"/>
        </dgm:presLayoutVars>
      </dgm:prSet>
      <dgm:spPr/>
    </dgm:pt>
    <dgm:pt modelId="{17748A40-2409-4B33-96FE-D1AD0FAB1865}" type="pres">
      <dgm:prSet presAssocID="{9C4C8267-5B2B-46E6-9D9C-0CD7A025E55C}" presName="sibTrans" presStyleCnt="0"/>
      <dgm:spPr/>
    </dgm:pt>
    <dgm:pt modelId="{DE73893A-6C74-4650-B6BA-EB8DFD1E0F88}" type="pres">
      <dgm:prSet presAssocID="{F7C109F2-51F1-4C47-84CA-B43F9A66057D}" presName="compNode" presStyleCnt="0"/>
      <dgm:spPr/>
    </dgm:pt>
    <dgm:pt modelId="{B9CB41FD-1038-4582-A66B-28C75B7EEFA6}" type="pres">
      <dgm:prSet presAssocID="{F7C109F2-51F1-4C47-84CA-B43F9A66057D}" presName="bgRect" presStyleLbl="bgShp" presStyleIdx="1" presStyleCnt="4"/>
      <dgm:spPr/>
    </dgm:pt>
    <dgm:pt modelId="{E57B7B6C-01D9-4BB1-86F9-EE8484A5B09D}" type="pres">
      <dgm:prSet presAssocID="{F7C109F2-51F1-4C47-84CA-B43F9A66057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D815FBAB-3FB3-4B09-B43F-448E85A9786A}" type="pres">
      <dgm:prSet presAssocID="{F7C109F2-51F1-4C47-84CA-B43F9A66057D}" presName="spaceRect" presStyleCnt="0"/>
      <dgm:spPr/>
    </dgm:pt>
    <dgm:pt modelId="{0EB14A77-FF2A-4CA7-8491-65E0A20A9F5E}" type="pres">
      <dgm:prSet presAssocID="{F7C109F2-51F1-4C47-84CA-B43F9A66057D}" presName="parTx" presStyleLbl="revTx" presStyleIdx="1" presStyleCnt="4">
        <dgm:presLayoutVars>
          <dgm:chMax val="0"/>
          <dgm:chPref val="0"/>
        </dgm:presLayoutVars>
      </dgm:prSet>
      <dgm:spPr/>
    </dgm:pt>
    <dgm:pt modelId="{1E883D9D-E85D-44B4-B79C-5AC0B836B2EE}" type="pres">
      <dgm:prSet presAssocID="{1E1EEBAE-7EA4-4D05-AC83-A83CD2386E0D}" presName="sibTrans" presStyleCnt="0"/>
      <dgm:spPr/>
    </dgm:pt>
    <dgm:pt modelId="{516EF1A4-3B09-4C48-A8CE-AABE8D1C56B3}" type="pres">
      <dgm:prSet presAssocID="{5605CC1D-5422-4427-8215-1AE1D614B056}" presName="compNode" presStyleCnt="0"/>
      <dgm:spPr/>
    </dgm:pt>
    <dgm:pt modelId="{7C37371D-0DAD-4542-B601-B67F9BEEF84A}" type="pres">
      <dgm:prSet presAssocID="{5605CC1D-5422-4427-8215-1AE1D614B056}" presName="bgRect" presStyleLbl="bgShp" presStyleIdx="2" presStyleCnt="4"/>
      <dgm:spPr/>
    </dgm:pt>
    <dgm:pt modelId="{4160F384-799F-4046-9A62-BFD754EA3984}" type="pres">
      <dgm:prSet presAssocID="{5605CC1D-5422-4427-8215-1AE1D614B05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CD448AFF-CF47-4616-8ADB-37BEC51B4680}" type="pres">
      <dgm:prSet presAssocID="{5605CC1D-5422-4427-8215-1AE1D614B056}" presName="spaceRect" presStyleCnt="0"/>
      <dgm:spPr/>
    </dgm:pt>
    <dgm:pt modelId="{89036AC8-4AFC-4262-A0B6-6206589FB32A}" type="pres">
      <dgm:prSet presAssocID="{5605CC1D-5422-4427-8215-1AE1D614B056}" presName="parTx" presStyleLbl="revTx" presStyleIdx="2" presStyleCnt="4">
        <dgm:presLayoutVars>
          <dgm:chMax val="0"/>
          <dgm:chPref val="0"/>
        </dgm:presLayoutVars>
      </dgm:prSet>
      <dgm:spPr/>
    </dgm:pt>
    <dgm:pt modelId="{6ED160E4-3002-4741-AC25-35516577FCD2}" type="pres">
      <dgm:prSet presAssocID="{E1CCB6A1-8DFA-4506-8F00-A1D4A9EF4DDB}" presName="sibTrans" presStyleCnt="0"/>
      <dgm:spPr/>
    </dgm:pt>
    <dgm:pt modelId="{3A5B6FB3-6DC0-4E72-89D1-FF823FD14F15}" type="pres">
      <dgm:prSet presAssocID="{D6F2B651-22A1-43AE-8CAC-E9CA51D8BD43}" presName="compNode" presStyleCnt="0"/>
      <dgm:spPr/>
    </dgm:pt>
    <dgm:pt modelId="{0B958B44-8F69-4C8F-8D7A-3BB4ED577482}" type="pres">
      <dgm:prSet presAssocID="{D6F2B651-22A1-43AE-8CAC-E9CA51D8BD43}" presName="bgRect" presStyleLbl="bgShp" presStyleIdx="3" presStyleCnt="4"/>
      <dgm:spPr/>
    </dgm:pt>
    <dgm:pt modelId="{F1C2ACC1-0E61-4A3F-8E08-33CDFB9F5591}" type="pres">
      <dgm:prSet presAssocID="{D6F2B651-22A1-43AE-8CAC-E9CA51D8BD4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tista"/>
        </a:ext>
      </dgm:extLst>
    </dgm:pt>
    <dgm:pt modelId="{59ED49A1-869E-46A2-8BE2-F3E97CF05626}" type="pres">
      <dgm:prSet presAssocID="{D6F2B651-22A1-43AE-8CAC-E9CA51D8BD43}" presName="spaceRect" presStyleCnt="0"/>
      <dgm:spPr/>
    </dgm:pt>
    <dgm:pt modelId="{AA51E15F-CEF9-4CE7-92A0-DF2F3F39301B}" type="pres">
      <dgm:prSet presAssocID="{D6F2B651-22A1-43AE-8CAC-E9CA51D8BD4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8B57C0F-F729-44A4-A156-F21A2795E788}" type="presOf" srcId="{5605CC1D-5422-4427-8215-1AE1D614B056}" destId="{89036AC8-4AFC-4262-A0B6-6206589FB32A}" srcOrd="0" destOrd="0" presId="urn:microsoft.com/office/officeart/2018/2/layout/IconVerticalSolidList"/>
    <dgm:cxn modelId="{9D65D023-E662-4719-B0C9-C02529C1B6F0}" type="presOf" srcId="{AD853AA4-B50C-4AA0-8884-4E578206C875}" destId="{A4F51AE8-2FCB-41D7-941C-498699C45CF3}" srcOrd="0" destOrd="0" presId="urn:microsoft.com/office/officeart/2018/2/layout/IconVerticalSolidList"/>
    <dgm:cxn modelId="{8253E538-795F-41FF-AB26-BD0096A2EC14}" srcId="{AD853AA4-B50C-4AA0-8884-4E578206C875}" destId="{F7C109F2-51F1-4C47-84CA-B43F9A66057D}" srcOrd="1" destOrd="0" parTransId="{C474AD8E-41F7-4D42-BE80-FA27BB1DFD48}" sibTransId="{1E1EEBAE-7EA4-4D05-AC83-A83CD2386E0D}"/>
    <dgm:cxn modelId="{427D855F-4B69-4CF1-B222-B1A9179B93C4}" type="presOf" srcId="{F7C109F2-51F1-4C47-84CA-B43F9A66057D}" destId="{0EB14A77-FF2A-4CA7-8491-65E0A20A9F5E}" srcOrd="0" destOrd="0" presId="urn:microsoft.com/office/officeart/2018/2/layout/IconVerticalSolidList"/>
    <dgm:cxn modelId="{E3E0D655-4DCA-4368-98CD-BFB884E0CF88}" srcId="{AD853AA4-B50C-4AA0-8884-4E578206C875}" destId="{D6F2B651-22A1-43AE-8CAC-E9CA51D8BD43}" srcOrd="3" destOrd="0" parTransId="{ECF98936-46E5-48E7-A910-AC1B20CC14B4}" sibTransId="{F3A403A6-BE40-4C68-A4CD-6B2DF05736AB}"/>
    <dgm:cxn modelId="{7089E47D-AA49-4BE7-B9B8-A0F8E1891280}" srcId="{AD853AA4-B50C-4AA0-8884-4E578206C875}" destId="{5605CC1D-5422-4427-8215-1AE1D614B056}" srcOrd="2" destOrd="0" parTransId="{A4A25BB3-386A-4457-B75E-DD351B6FEE0E}" sibTransId="{E1CCB6A1-8DFA-4506-8F00-A1D4A9EF4DDB}"/>
    <dgm:cxn modelId="{2E77F4AD-6A2D-4C44-B692-3B9373C42738}" type="presOf" srcId="{1462BAB9-A2AE-48DD-9C9C-23D6C7A1AEA4}" destId="{6F25FEF7-87ED-4BF2-A9F7-0FA00D5F9136}" srcOrd="0" destOrd="0" presId="urn:microsoft.com/office/officeart/2018/2/layout/IconVerticalSolidList"/>
    <dgm:cxn modelId="{EC8BA9B1-0CF0-4B05-9CE1-060EF15321A3}" srcId="{AD853AA4-B50C-4AA0-8884-4E578206C875}" destId="{1462BAB9-A2AE-48DD-9C9C-23D6C7A1AEA4}" srcOrd="0" destOrd="0" parTransId="{36269C17-69D8-4542-9F71-10BDBE29E817}" sibTransId="{9C4C8267-5B2B-46E6-9D9C-0CD7A025E55C}"/>
    <dgm:cxn modelId="{334719B3-E565-4AF3-A0DD-817ECF0F5CFB}" type="presOf" srcId="{D6F2B651-22A1-43AE-8CAC-E9CA51D8BD43}" destId="{AA51E15F-CEF9-4CE7-92A0-DF2F3F39301B}" srcOrd="0" destOrd="0" presId="urn:microsoft.com/office/officeart/2018/2/layout/IconVerticalSolidList"/>
    <dgm:cxn modelId="{E4EE7D4D-E304-4A5E-A051-A40F23A7F311}" type="presParOf" srcId="{A4F51AE8-2FCB-41D7-941C-498699C45CF3}" destId="{CE3A9B53-C4C5-4261-A9E8-DA6CDC18B391}" srcOrd="0" destOrd="0" presId="urn:microsoft.com/office/officeart/2018/2/layout/IconVerticalSolidList"/>
    <dgm:cxn modelId="{54AD4131-7242-4AA8-8227-CD91B2E298EC}" type="presParOf" srcId="{CE3A9B53-C4C5-4261-A9E8-DA6CDC18B391}" destId="{B17D00A8-B6D8-46F4-AA52-38872AD4F1B3}" srcOrd="0" destOrd="0" presId="urn:microsoft.com/office/officeart/2018/2/layout/IconVerticalSolidList"/>
    <dgm:cxn modelId="{D8D8924D-65FE-439B-A7C0-F13793D8F8E9}" type="presParOf" srcId="{CE3A9B53-C4C5-4261-A9E8-DA6CDC18B391}" destId="{29E62AD0-EE75-4D44-B7CA-C0B0D504C362}" srcOrd="1" destOrd="0" presId="urn:microsoft.com/office/officeart/2018/2/layout/IconVerticalSolidList"/>
    <dgm:cxn modelId="{92ADECF9-213E-49D7-88EE-18853D3B25CE}" type="presParOf" srcId="{CE3A9B53-C4C5-4261-A9E8-DA6CDC18B391}" destId="{ACF3F662-4082-4953-928C-B88F581BAF38}" srcOrd="2" destOrd="0" presId="urn:microsoft.com/office/officeart/2018/2/layout/IconVerticalSolidList"/>
    <dgm:cxn modelId="{A692ADCC-C5D0-49CB-9739-6B8D0ED3F4D5}" type="presParOf" srcId="{CE3A9B53-C4C5-4261-A9E8-DA6CDC18B391}" destId="{6F25FEF7-87ED-4BF2-A9F7-0FA00D5F9136}" srcOrd="3" destOrd="0" presId="urn:microsoft.com/office/officeart/2018/2/layout/IconVerticalSolidList"/>
    <dgm:cxn modelId="{5F83E3C5-CBFB-4B01-9438-686FFD26D84D}" type="presParOf" srcId="{A4F51AE8-2FCB-41D7-941C-498699C45CF3}" destId="{17748A40-2409-4B33-96FE-D1AD0FAB1865}" srcOrd="1" destOrd="0" presId="urn:microsoft.com/office/officeart/2018/2/layout/IconVerticalSolidList"/>
    <dgm:cxn modelId="{D59D8EEE-F36B-4E8C-BA5E-904F0C2C7C93}" type="presParOf" srcId="{A4F51AE8-2FCB-41D7-941C-498699C45CF3}" destId="{DE73893A-6C74-4650-B6BA-EB8DFD1E0F88}" srcOrd="2" destOrd="0" presId="urn:microsoft.com/office/officeart/2018/2/layout/IconVerticalSolidList"/>
    <dgm:cxn modelId="{12FDBA4C-01EC-42CB-A211-B4B21D8A4DE5}" type="presParOf" srcId="{DE73893A-6C74-4650-B6BA-EB8DFD1E0F88}" destId="{B9CB41FD-1038-4582-A66B-28C75B7EEFA6}" srcOrd="0" destOrd="0" presId="urn:microsoft.com/office/officeart/2018/2/layout/IconVerticalSolidList"/>
    <dgm:cxn modelId="{38987B39-BABD-4ECD-92AA-A962BD65BE99}" type="presParOf" srcId="{DE73893A-6C74-4650-B6BA-EB8DFD1E0F88}" destId="{E57B7B6C-01D9-4BB1-86F9-EE8484A5B09D}" srcOrd="1" destOrd="0" presId="urn:microsoft.com/office/officeart/2018/2/layout/IconVerticalSolidList"/>
    <dgm:cxn modelId="{4591FD9A-5318-4A33-8FC9-9B48B7963C3E}" type="presParOf" srcId="{DE73893A-6C74-4650-B6BA-EB8DFD1E0F88}" destId="{D815FBAB-3FB3-4B09-B43F-448E85A9786A}" srcOrd="2" destOrd="0" presId="urn:microsoft.com/office/officeart/2018/2/layout/IconVerticalSolidList"/>
    <dgm:cxn modelId="{3E604EA3-4173-4683-963D-95C43136C93A}" type="presParOf" srcId="{DE73893A-6C74-4650-B6BA-EB8DFD1E0F88}" destId="{0EB14A77-FF2A-4CA7-8491-65E0A20A9F5E}" srcOrd="3" destOrd="0" presId="urn:microsoft.com/office/officeart/2018/2/layout/IconVerticalSolidList"/>
    <dgm:cxn modelId="{9734FF5C-E75E-40F8-A5A0-875553183961}" type="presParOf" srcId="{A4F51AE8-2FCB-41D7-941C-498699C45CF3}" destId="{1E883D9D-E85D-44B4-B79C-5AC0B836B2EE}" srcOrd="3" destOrd="0" presId="urn:microsoft.com/office/officeart/2018/2/layout/IconVerticalSolidList"/>
    <dgm:cxn modelId="{1565599D-FB51-4C65-9548-FF452DF2179A}" type="presParOf" srcId="{A4F51AE8-2FCB-41D7-941C-498699C45CF3}" destId="{516EF1A4-3B09-4C48-A8CE-AABE8D1C56B3}" srcOrd="4" destOrd="0" presId="urn:microsoft.com/office/officeart/2018/2/layout/IconVerticalSolidList"/>
    <dgm:cxn modelId="{F612A0FC-3FB9-458E-9D0C-FE09CE344DE2}" type="presParOf" srcId="{516EF1A4-3B09-4C48-A8CE-AABE8D1C56B3}" destId="{7C37371D-0DAD-4542-B601-B67F9BEEF84A}" srcOrd="0" destOrd="0" presId="urn:microsoft.com/office/officeart/2018/2/layout/IconVerticalSolidList"/>
    <dgm:cxn modelId="{B045F134-6922-47B0-9495-9BEC2DC98AD8}" type="presParOf" srcId="{516EF1A4-3B09-4C48-A8CE-AABE8D1C56B3}" destId="{4160F384-799F-4046-9A62-BFD754EA3984}" srcOrd="1" destOrd="0" presId="urn:microsoft.com/office/officeart/2018/2/layout/IconVerticalSolidList"/>
    <dgm:cxn modelId="{32DEC3EC-66B2-4D0E-B0F3-7C019ACDE110}" type="presParOf" srcId="{516EF1A4-3B09-4C48-A8CE-AABE8D1C56B3}" destId="{CD448AFF-CF47-4616-8ADB-37BEC51B4680}" srcOrd="2" destOrd="0" presId="urn:microsoft.com/office/officeart/2018/2/layout/IconVerticalSolidList"/>
    <dgm:cxn modelId="{EC5DD5C4-38DB-4F80-BBA4-5E029F612762}" type="presParOf" srcId="{516EF1A4-3B09-4C48-A8CE-AABE8D1C56B3}" destId="{89036AC8-4AFC-4262-A0B6-6206589FB32A}" srcOrd="3" destOrd="0" presId="urn:microsoft.com/office/officeart/2018/2/layout/IconVerticalSolidList"/>
    <dgm:cxn modelId="{2CAA8FEC-C372-4F72-94CB-3243C9E57A3F}" type="presParOf" srcId="{A4F51AE8-2FCB-41D7-941C-498699C45CF3}" destId="{6ED160E4-3002-4741-AC25-35516577FCD2}" srcOrd="5" destOrd="0" presId="urn:microsoft.com/office/officeart/2018/2/layout/IconVerticalSolidList"/>
    <dgm:cxn modelId="{0DA4F27C-2BEB-4A4A-AF03-3F21D1259B76}" type="presParOf" srcId="{A4F51AE8-2FCB-41D7-941C-498699C45CF3}" destId="{3A5B6FB3-6DC0-4E72-89D1-FF823FD14F15}" srcOrd="6" destOrd="0" presId="urn:microsoft.com/office/officeart/2018/2/layout/IconVerticalSolidList"/>
    <dgm:cxn modelId="{08AB556A-C9DA-45C2-AEF9-0A1F53B849E8}" type="presParOf" srcId="{3A5B6FB3-6DC0-4E72-89D1-FF823FD14F15}" destId="{0B958B44-8F69-4C8F-8D7A-3BB4ED577482}" srcOrd="0" destOrd="0" presId="urn:microsoft.com/office/officeart/2018/2/layout/IconVerticalSolidList"/>
    <dgm:cxn modelId="{E036CA38-2003-47E2-88F3-75DA76F4E557}" type="presParOf" srcId="{3A5B6FB3-6DC0-4E72-89D1-FF823FD14F15}" destId="{F1C2ACC1-0E61-4A3F-8E08-33CDFB9F5591}" srcOrd="1" destOrd="0" presId="urn:microsoft.com/office/officeart/2018/2/layout/IconVerticalSolidList"/>
    <dgm:cxn modelId="{D18A945E-A3E0-43B0-AFA1-CB74FCECB3D7}" type="presParOf" srcId="{3A5B6FB3-6DC0-4E72-89D1-FF823FD14F15}" destId="{59ED49A1-869E-46A2-8BE2-F3E97CF05626}" srcOrd="2" destOrd="0" presId="urn:microsoft.com/office/officeart/2018/2/layout/IconVerticalSolidList"/>
    <dgm:cxn modelId="{536A2A3D-DF26-47A6-851E-5A22255DDD72}" type="presParOf" srcId="{3A5B6FB3-6DC0-4E72-89D1-FF823FD14F15}" destId="{AA51E15F-CEF9-4CE7-92A0-DF2F3F39301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FE1FD2-B92E-46B7-8377-1ABD35D1182B}">
      <dsp:nvSpPr>
        <dsp:cNvPr id="0" name=""/>
        <dsp:cNvSpPr/>
      </dsp:nvSpPr>
      <dsp:spPr>
        <a:xfrm>
          <a:off x="0" y="566"/>
          <a:ext cx="4435078" cy="13245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C4FD52-152B-4FFE-B464-CCAB23F29192}">
      <dsp:nvSpPr>
        <dsp:cNvPr id="0" name=""/>
        <dsp:cNvSpPr/>
      </dsp:nvSpPr>
      <dsp:spPr>
        <a:xfrm>
          <a:off x="400679" y="298591"/>
          <a:ext cx="728507" cy="7285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D071C3-0094-4F1C-AEE2-60C1394A2BFF}">
      <dsp:nvSpPr>
        <dsp:cNvPr id="0" name=""/>
        <dsp:cNvSpPr/>
      </dsp:nvSpPr>
      <dsp:spPr>
        <a:xfrm>
          <a:off x="1529865" y="566"/>
          <a:ext cx="2905212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Período anterior à invenção da escrita.</a:t>
          </a:r>
        </a:p>
      </dsp:txBody>
      <dsp:txXfrm>
        <a:off x="1529865" y="566"/>
        <a:ext cx="2905212" cy="1324558"/>
      </dsp:txXfrm>
    </dsp:sp>
    <dsp:sp modelId="{D8569D9E-D5EB-4D3D-858B-28C6F366ABA2}">
      <dsp:nvSpPr>
        <dsp:cNvPr id="0" name=""/>
        <dsp:cNvSpPr/>
      </dsp:nvSpPr>
      <dsp:spPr>
        <a:xfrm>
          <a:off x="0" y="1656264"/>
          <a:ext cx="4435078" cy="13245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BFED74-3C48-4F91-9A79-68BD7E7264D9}">
      <dsp:nvSpPr>
        <dsp:cNvPr id="0" name=""/>
        <dsp:cNvSpPr/>
      </dsp:nvSpPr>
      <dsp:spPr>
        <a:xfrm>
          <a:off x="400679" y="1954290"/>
          <a:ext cx="728507" cy="7285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266191-8978-426A-9C90-3F42BA97E0D4}">
      <dsp:nvSpPr>
        <dsp:cNvPr id="0" name=""/>
        <dsp:cNvSpPr/>
      </dsp:nvSpPr>
      <dsp:spPr>
        <a:xfrm>
          <a:off x="1529865" y="1656264"/>
          <a:ext cx="2905212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Não significa ausência de história, mas de registros escritos.</a:t>
          </a:r>
        </a:p>
      </dsp:txBody>
      <dsp:txXfrm>
        <a:off x="1529865" y="1656264"/>
        <a:ext cx="2905212" cy="1324558"/>
      </dsp:txXfrm>
    </dsp:sp>
    <dsp:sp modelId="{222BB196-489C-4B60-9B42-FC94C627952C}">
      <dsp:nvSpPr>
        <dsp:cNvPr id="0" name=""/>
        <dsp:cNvSpPr/>
      </dsp:nvSpPr>
      <dsp:spPr>
        <a:xfrm>
          <a:off x="0" y="3311963"/>
          <a:ext cx="4435078" cy="13245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689316-76E9-42B0-A957-CD96E51172F7}">
      <dsp:nvSpPr>
        <dsp:cNvPr id="0" name=""/>
        <dsp:cNvSpPr/>
      </dsp:nvSpPr>
      <dsp:spPr>
        <a:xfrm>
          <a:off x="400679" y="3609988"/>
          <a:ext cx="728507" cy="7285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B647D4-726A-4BB0-AC2F-56CAB929E67B}">
      <dsp:nvSpPr>
        <dsp:cNvPr id="0" name=""/>
        <dsp:cNvSpPr/>
      </dsp:nvSpPr>
      <dsp:spPr>
        <a:xfrm>
          <a:off x="1529865" y="3311963"/>
          <a:ext cx="2905212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Humanos já eram criativos e inventivos nesse tempo.</a:t>
          </a:r>
        </a:p>
      </dsp:txBody>
      <dsp:txXfrm>
        <a:off x="1529865" y="3311963"/>
        <a:ext cx="2905212" cy="13245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9A3CC9-C2B1-4448-AA56-B1299FECBC64}">
      <dsp:nvSpPr>
        <dsp:cNvPr id="0" name=""/>
        <dsp:cNvSpPr/>
      </dsp:nvSpPr>
      <dsp:spPr>
        <a:xfrm>
          <a:off x="0" y="26603"/>
          <a:ext cx="4435078" cy="14742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Através de vestígios materiais: ferramentas, pinturas, ossos.</a:t>
          </a:r>
        </a:p>
      </dsp:txBody>
      <dsp:txXfrm>
        <a:off x="71965" y="98568"/>
        <a:ext cx="4291148" cy="1330270"/>
      </dsp:txXfrm>
    </dsp:sp>
    <dsp:sp modelId="{D01DC18B-EE6A-43F8-9F31-181E9E85E757}">
      <dsp:nvSpPr>
        <dsp:cNvPr id="0" name=""/>
        <dsp:cNvSpPr/>
      </dsp:nvSpPr>
      <dsp:spPr>
        <a:xfrm>
          <a:off x="0" y="1581443"/>
          <a:ext cx="4435078" cy="1474200"/>
        </a:xfrm>
        <a:prstGeom prst="roundRect">
          <a:avLst/>
        </a:prstGeom>
        <a:gradFill rotWithShape="0">
          <a:gsLst>
            <a:gs pos="0">
              <a:schemeClr val="accent2">
                <a:hueOff val="-1696488"/>
                <a:satOff val="5592"/>
                <a:lumOff val="598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696488"/>
                <a:satOff val="5592"/>
                <a:lumOff val="598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696488"/>
                <a:satOff val="5592"/>
                <a:lumOff val="598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Arqueólogos estudam esses objetos como detetives do passado.</a:t>
          </a:r>
        </a:p>
      </dsp:txBody>
      <dsp:txXfrm>
        <a:off x="71965" y="1653408"/>
        <a:ext cx="4291148" cy="1330270"/>
      </dsp:txXfrm>
    </dsp:sp>
    <dsp:sp modelId="{8F663434-E8DE-484D-A732-6D6FC6C253B1}">
      <dsp:nvSpPr>
        <dsp:cNvPr id="0" name=""/>
        <dsp:cNvSpPr/>
      </dsp:nvSpPr>
      <dsp:spPr>
        <a:xfrm>
          <a:off x="0" y="3136284"/>
          <a:ext cx="4435078" cy="1474200"/>
        </a:xfrm>
        <a:prstGeom prst="roundRec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Cada objeto conta uma história sobre o modo de vida antigo.</a:t>
          </a:r>
        </a:p>
      </dsp:txBody>
      <dsp:txXfrm>
        <a:off x="71965" y="3208249"/>
        <a:ext cx="4291148" cy="13302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88A349-BCED-4655-AF25-8165359B23AE}">
      <dsp:nvSpPr>
        <dsp:cNvPr id="0" name=""/>
        <dsp:cNvSpPr/>
      </dsp:nvSpPr>
      <dsp:spPr>
        <a:xfrm>
          <a:off x="0" y="35424"/>
          <a:ext cx="4435078" cy="10810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Nomadismo: viviam mudando de lugar.</a:t>
          </a:r>
        </a:p>
      </dsp:txBody>
      <dsp:txXfrm>
        <a:off x="52774" y="88198"/>
        <a:ext cx="4329530" cy="975532"/>
      </dsp:txXfrm>
    </dsp:sp>
    <dsp:sp modelId="{D3D27934-8214-4911-A36A-0EC3A94B2A23}">
      <dsp:nvSpPr>
        <dsp:cNvPr id="0" name=""/>
        <dsp:cNvSpPr/>
      </dsp:nvSpPr>
      <dsp:spPr>
        <a:xfrm>
          <a:off x="0" y="1197144"/>
          <a:ext cx="4435078" cy="1081080"/>
        </a:xfrm>
        <a:prstGeom prst="roundRect">
          <a:avLst/>
        </a:prstGeom>
        <a:gradFill rotWithShape="0">
          <a:gsLst>
            <a:gs pos="0">
              <a:schemeClr val="accent2">
                <a:hueOff val="-1130992"/>
                <a:satOff val="3728"/>
                <a:lumOff val="398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130992"/>
                <a:satOff val="3728"/>
                <a:lumOff val="398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130992"/>
                <a:satOff val="3728"/>
                <a:lumOff val="398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Caça, pesca e coleta de alimentos.</a:t>
          </a:r>
        </a:p>
      </dsp:txBody>
      <dsp:txXfrm>
        <a:off x="52774" y="1249918"/>
        <a:ext cx="4329530" cy="975532"/>
      </dsp:txXfrm>
    </dsp:sp>
    <dsp:sp modelId="{9DA8DB28-3D08-4958-8099-2A1C3451BB8D}">
      <dsp:nvSpPr>
        <dsp:cNvPr id="0" name=""/>
        <dsp:cNvSpPr/>
      </dsp:nvSpPr>
      <dsp:spPr>
        <a:xfrm>
          <a:off x="0" y="2358864"/>
          <a:ext cx="4435078" cy="1081080"/>
        </a:xfrm>
        <a:prstGeom prst="roundRect">
          <a:avLst/>
        </a:prstGeom>
        <a:gradFill rotWithShape="0">
          <a:gsLst>
            <a:gs pos="0">
              <a:schemeClr val="accent2">
                <a:hueOff val="-2261984"/>
                <a:satOff val="7457"/>
                <a:lumOff val="797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2261984"/>
                <a:satOff val="7457"/>
                <a:lumOff val="797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2261984"/>
                <a:satOff val="7457"/>
                <a:lumOff val="797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Ferramentas de pedra lascada.</a:t>
          </a:r>
        </a:p>
      </dsp:txBody>
      <dsp:txXfrm>
        <a:off x="52774" y="2411638"/>
        <a:ext cx="4329530" cy="975532"/>
      </dsp:txXfrm>
    </dsp:sp>
    <dsp:sp modelId="{0E29198E-3EB4-4169-8601-D722D3E9983E}">
      <dsp:nvSpPr>
        <dsp:cNvPr id="0" name=""/>
        <dsp:cNvSpPr/>
      </dsp:nvSpPr>
      <dsp:spPr>
        <a:xfrm>
          <a:off x="0" y="3520583"/>
          <a:ext cx="4435078" cy="1081080"/>
        </a:xfrm>
        <a:prstGeom prst="roundRec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Pinturas rupestres nas cavernas.</a:t>
          </a:r>
        </a:p>
      </dsp:txBody>
      <dsp:txXfrm>
        <a:off x="52774" y="3573357"/>
        <a:ext cx="4329530" cy="9755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7D00A8-B6D8-46F4-AA52-38872AD4F1B3}">
      <dsp:nvSpPr>
        <dsp:cNvPr id="0" name=""/>
        <dsp:cNvSpPr/>
      </dsp:nvSpPr>
      <dsp:spPr>
        <a:xfrm>
          <a:off x="0" y="1924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E62AD0-EE75-4D44-B7CA-C0B0D504C362}">
      <dsp:nvSpPr>
        <dsp:cNvPr id="0" name=""/>
        <dsp:cNvSpPr/>
      </dsp:nvSpPr>
      <dsp:spPr>
        <a:xfrm>
          <a:off x="295064" y="221393"/>
          <a:ext cx="536480" cy="5364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25FEF7-87ED-4BF2-A9F7-0FA00D5F9136}">
      <dsp:nvSpPr>
        <dsp:cNvPr id="0" name=""/>
        <dsp:cNvSpPr/>
      </dsp:nvSpPr>
      <dsp:spPr>
        <a:xfrm>
          <a:off x="1126608" y="1924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Início da agricultura e domesticação de animais.</a:t>
          </a:r>
        </a:p>
      </dsp:txBody>
      <dsp:txXfrm>
        <a:off x="1126608" y="1924"/>
        <a:ext cx="3308469" cy="975418"/>
      </dsp:txXfrm>
    </dsp:sp>
    <dsp:sp modelId="{B9CB41FD-1038-4582-A66B-28C75B7EEFA6}">
      <dsp:nvSpPr>
        <dsp:cNvPr id="0" name=""/>
        <dsp:cNvSpPr/>
      </dsp:nvSpPr>
      <dsp:spPr>
        <a:xfrm>
          <a:off x="0" y="1221197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7B7B6C-01D9-4BB1-86F9-EE8484A5B09D}">
      <dsp:nvSpPr>
        <dsp:cNvPr id="0" name=""/>
        <dsp:cNvSpPr/>
      </dsp:nvSpPr>
      <dsp:spPr>
        <a:xfrm>
          <a:off x="295064" y="1440667"/>
          <a:ext cx="536480" cy="5364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B14A77-FF2A-4CA7-8491-65E0A20A9F5E}">
      <dsp:nvSpPr>
        <dsp:cNvPr id="0" name=""/>
        <dsp:cNvSpPr/>
      </dsp:nvSpPr>
      <dsp:spPr>
        <a:xfrm>
          <a:off x="1126608" y="1221197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Vida sedentária: surgem as primeiras aldeias.</a:t>
          </a:r>
        </a:p>
      </dsp:txBody>
      <dsp:txXfrm>
        <a:off x="1126608" y="1221197"/>
        <a:ext cx="3308469" cy="975418"/>
      </dsp:txXfrm>
    </dsp:sp>
    <dsp:sp modelId="{7C37371D-0DAD-4542-B601-B67F9BEEF84A}">
      <dsp:nvSpPr>
        <dsp:cNvPr id="0" name=""/>
        <dsp:cNvSpPr/>
      </dsp:nvSpPr>
      <dsp:spPr>
        <a:xfrm>
          <a:off x="0" y="2440471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60F384-799F-4046-9A62-BFD754EA3984}">
      <dsp:nvSpPr>
        <dsp:cNvPr id="0" name=""/>
        <dsp:cNvSpPr/>
      </dsp:nvSpPr>
      <dsp:spPr>
        <a:xfrm>
          <a:off x="295064" y="2659940"/>
          <a:ext cx="536480" cy="5364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036AC8-4AFC-4262-A0B6-6206589FB32A}">
      <dsp:nvSpPr>
        <dsp:cNvPr id="0" name=""/>
        <dsp:cNvSpPr/>
      </dsp:nvSpPr>
      <dsp:spPr>
        <a:xfrm>
          <a:off x="1126608" y="2440471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Ferramentas mais elaboradas.</a:t>
          </a:r>
        </a:p>
      </dsp:txBody>
      <dsp:txXfrm>
        <a:off x="1126608" y="2440471"/>
        <a:ext cx="3308469" cy="975418"/>
      </dsp:txXfrm>
    </dsp:sp>
    <dsp:sp modelId="{0B958B44-8F69-4C8F-8D7A-3BB4ED577482}">
      <dsp:nvSpPr>
        <dsp:cNvPr id="0" name=""/>
        <dsp:cNvSpPr/>
      </dsp:nvSpPr>
      <dsp:spPr>
        <a:xfrm>
          <a:off x="0" y="3659744"/>
          <a:ext cx="4435078" cy="9754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C2ACC1-0E61-4A3F-8E08-33CDFB9F5591}">
      <dsp:nvSpPr>
        <dsp:cNvPr id="0" name=""/>
        <dsp:cNvSpPr/>
      </dsp:nvSpPr>
      <dsp:spPr>
        <a:xfrm>
          <a:off x="295064" y="3879213"/>
          <a:ext cx="536480" cy="5364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51E15F-CEF9-4CE7-92A0-DF2F3F39301B}">
      <dsp:nvSpPr>
        <dsp:cNvPr id="0" name=""/>
        <dsp:cNvSpPr/>
      </dsp:nvSpPr>
      <dsp:spPr>
        <a:xfrm>
          <a:off x="1126608" y="3659744"/>
          <a:ext cx="3308469" cy="975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32" tIns="103232" rIns="103232" bIns="1032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Produção de cerâmica e tecidos.</a:t>
          </a:r>
        </a:p>
      </dsp:txBody>
      <dsp:txXfrm>
        <a:off x="1126608" y="3659744"/>
        <a:ext cx="3308469" cy="9754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522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787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488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757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3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2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66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65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9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17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4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F0792A-0F2B-4A2E-AB38-0A4F18A30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7DB18D-C2F1-4C8C-8808-9C01ECE68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5D935FA-3336-4941-9214-E250A5727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253" y="644327"/>
            <a:ext cx="6974974" cy="4811366"/>
            <a:chOff x="7639235" y="600024"/>
            <a:chExt cx="3898557" cy="687892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5D9E2ED-FF90-4200-A7EE-6D41D6526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39235" y="600024"/>
              <a:ext cx="3898557" cy="6878929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A4BEB8D-68AD-4314-8A2B-F8DC85A53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0263" y="1062693"/>
              <a:ext cx="3635738" cy="59547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3556" y="1590734"/>
            <a:ext cx="5554405" cy="2520012"/>
          </a:xfrm>
          <a:solidFill>
            <a:schemeClr val="bg2"/>
          </a:solidFill>
        </p:spPr>
        <p:txBody>
          <a:bodyPr anchor="ctr">
            <a:normAutofit/>
          </a:bodyPr>
          <a:lstStyle/>
          <a:p>
            <a:pPr algn="ctr"/>
            <a:r>
              <a:rPr lang="pt-BR" sz="4000">
                <a:solidFill>
                  <a:schemeClr val="tx2"/>
                </a:solidFill>
              </a:rPr>
              <a:t>Pré-História: quando a humanidade inventava o mundo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4" y="4427183"/>
            <a:ext cx="5534626" cy="522928"/>
          </a:xfrm>
        </p:spPr>
        <p:txBody>
          <a:bodyPr>
            <a:normAutofit/>
          </a:bodyPr>
          <a:lstStyle/>
          <a:p>
            <a:pPr algn="ctr"/>
            <a:r>
              <a:rPr lang="pt-BR">
                <a:solidFill>
                  <a:srgbClr val="000000"/>
                </a:solidFill>
              </a:rPr>
              <a:t>História – 6º ano do Ensino Fundamental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F797D1-251E-41FE-9FF8-AD487DEF2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93555" y="1416139"/>
            <a:ext cx="555440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9A0CE28-0E59-4F4D-9855-8A8DCE9A8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93555" y="4285341"/>
            <a:ext cx="555440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75CC23F7-9F20-4C4B-8608-BD4DE9728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t>O que é Pré-História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5C9A6D-3E5F-A41D-2C73-AFFBA7F01D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4388363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t>Como sabemos sobre a Pré-História?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37B864-2FC5-FCC9-B6C0-75B2B007A8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5202224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rPr lang="pt-BR" sz="2000"/>
              <a:t>Paleolítico – características principais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CC35CB-22CE-9AFF-3ADC-48C91DDF6D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8217847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rPr lang="pt-BR" sz="2000"/>
              <a:t>Neolítico – agricultura e sedentarização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B61CCA-2CBF-0E57-A949-01F39CB246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4349402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08E7A6F0-5CD3-481E-B0F2-E7F99FE6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11290DF-4975-4FCD-8B8D-BBC86B836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459" y="1138228"/>
            <a:ext cx="2845263" cy="3858767"/>
          </a:xfrm>
        </p:spPr>
        <p:txBody>
          <a:bodyPr anchor="ctr">
            <a:normAutofit/>
          </a:bodyPr>
          <a:lstStyle/>
          <a:p>
            <a:r>
              <a:rPr lang="pt-BR" sz="3100"/>
              <a:t>Idade dos Metais – avanços técnicos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7CA18A-A333-4DCB-842B-76827D2EC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25015" y="638300"/>
            <a:ext cx="4807204" cy="4858625"/>
            <a:chOff x="7807230" y="2012810"/>
            <a:chExt cx="3251252" cy="345986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785FC3-CE7B-46F8-8C7A-EBBF001ED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069D9A-30C7-4159-880C-DD2BDC510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9FE1511-6E1B-4F0E-8FF0-95852718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918" y="973636"/>
            <a:ext cx="4327398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8362" y="1138228"/>
            <a:ext cx="4080510" cy="3858768"/>
          </a:xfrm>
        </p:spPr>
        <p:txBody>
          <a:bodyPr anchor="ctr">
            <a:normAutofit/>
          </a:bodyPr>
          <a:lstStyle/>
          <a:p>
            <a:r>
              <a:rPr lang="pt-BR">
                <a:solidFill>
                  <a:srgbClr val="000000"/>
                </a:solidFill>
              </a:rPr>
              <a:t>• Uso do cobre, bronze e ferro.</a:t>
            </a:r>
          </a:p>
          <a:p>
            <a:r>
              <a:rPr lang="pt-BR">
                <a:solidFill>
                  <a:srgbClr val="000000"/>
                </a:solidFill>
              </a:rPr>
              <a:t>• Ferramentas e armas mais resistentes.</a:t>
            </a:r>
          </a:p>
          <a:p>
            <a:r>
              <a:rPr lang="pt-BR">
                <a:solidFill>
                  <a:srgbClr val="000000"/>
                </a:solidFill>
              </a:rPr>
              <a:t>• Desenvolvimento de comércio e cidades.</a:t>
            </a:r>
          </a:p>
          <a:p>
            <a:r>
              <a:rPr lang="pt-BR">
                <a:solidFill>
                  <a:srgbClr val="000000"/>
                </a:solidFill>
              </a:rPr>
              <a:t>• Novas formas de organização social.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25CEF6D-5E98-4B5C-A10F-7459C1EEF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C73161-1E4E-4E6A-91B2-E885CF8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Invenções importantes da Pré-História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Fogo: cozinhar, aquecer, proteger.</a:t>
            </a:r>
          </a:p>
          <a:p>
            <a:r>
              <a:t>• Ferramentas: caça, construção, defesa.</a:t>
            </a:r>
          </a:p>
          <a:p>
            <a:r>
              <a:t>• Agricultura: base da vida em sociedade.</a:t>
            </a:r>
          </a:p>
          <a:p>
            <a:r>
              <a:t>• Cerâmica e tecidos: armazenamento e vestuário.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Atividade – Somos arqueólogos!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Cada grupo recebe um objeto simbólico.</a:t>
            </a:r>
          </a:p>
          <a:p>
            <a:r>
              <a:t>• Imaginar: para que servia? Quem usava?</a:t>
            </a:r>
          </a:p>
          <a:p>
            <a:r>
              <a:t>• Registrar hipóteses com desenhos ou palavras.</a:t>
            </a:r>
          </a:p>
          <a:p>
            <a:r>
              <a:t>• Compartilhar ideias com a turma.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Uso da IA para aprender História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IA </a:t>
            </a:r>
            <a:r>
              <a:rPr dirty="0" err="1"/>
              <a:t>cria</a:t>
            </a:r>
            <a:r>
              <a:rPr dirty="0"/>
              <a:t> </a:t>
            </a:r>
            <a:r>
              <a:rPr dirty="0" err="1"/>
              <a:t>textos</a:t>
            </a:r>
            <a:r>
              <a:rPr dirty="0"/>
              <a:t> </a:t>
            </a:r>
            <a:r>
              <a:rPr dirty="0" err="1"/>
              <a:t>simulando</a:t>
            </a:r>
            <a:r>
              <a:rPr dirty="0"/>
              <a:t> </a:t>
            </a:r>
            <a:r>
              <a:rPr dirty="0" err="1"/>
              <a:t>falas</a:t>
            </a:r>
            <a:r>
              <a:rPr dirty="0"/>
              <a:t> de </a:t>
            </a:r>
            <a:r>
              <a:rPr dirty="0" err="1"/>
              <a:t>humanos</a:t>
            </a:r>
            <a:r>
              <a:rPr dirty="0"/>
              <a:t> </a:t>
            </a:r>
            <a:r>
              <a:rPr dirty="0" err="1"/>
              <a:t>pré-históricos</a:t>
            </a:r>
            <a:r>
              <a:rPr dirty="0"/>
              <a:t>.</a:t>
            </a:r>
          </a:p>
          <a:p>
            <a:r>
              <a:rPr dirty="0" err="1"/>
              <a:t>Alunos</a:t>
            </a:r>
            <a:r>
              <a:rPr dirty="0"/>
              <a:t> </a:t>
            </a:r>
            <a:r>
              <a:rPr dirty="0" err="1"/>
              <a:t>analisam</a:t>
            </a:r>
            <a:r>
              <a:rPr dirty="0"/>
              <a:t>: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coerente</a:t>
            </a:r>
            <a:r>
              <a:rPr dirty="0"/>
              <a:t> com o </a:t>
            </a:r>
            <a:r>
              <a:rPr dirty="0" err="1"/>
              <a:t>período</a:t>
            </a:r>
            <a:r>
              <a:rPr dirty="0"/>
              <a:t>?</a:t>
            </a:r>
          </a:p>
          <a:p>
            <a:r>
              <a:rPr dirty="0"/>
              <a:t>A IA </a:t>
            </a:r>
            <a:r>
              <a:rPr dirty="0" err="1"/>
              <a:t>vira</a:t>
            </a:r>
            <a:r>
              <a:rPr dirty="0"/>
              <a:t> </a:t>
            </a:r>
            <a:r>
              <a:rPr dirty="0" err="1"/>
              <a:t>objeto</a:t>
            </a:r>
            <a:r>
              <a:rPr dirty="0"/>
              <a:t> de </a:t>
            </a:r>
            <a:r>
              <a:rPr dirty="0" err="1"/>
              <a:t>estudo</a:t>
            </a:r>
            <a:r>
              <a:rPr dirty="0"/>
              <a:t>,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resposta</a:t>
            </a:r>
            <a:r>
              <a:rPr dirty="0"/>
              <a:t> </a:t>
            </a:r>
            <a:r>
              <a:rPr dirty="0" err="1"/>
              <a:t>pronta</a:t>
            </a:r>
            <a:r>
              <a:rPr dirty="0"/>
              <a:t>.</a:t>
            </a:r>
          </a:p>
          <a:p>
            <a:r>
              <a:rPr dirty="0" err="1"/>
              <a:t>Estimula</a:t>
            </a:r>
            <a:r>
              <a:rPr dirty="0"/>
              <a:t> </a:t>
            </a:r>
            <a:r>
              <a:rPr dirty="0" err="1"/>
              <a:t>pensamento</a:t>
            </a:r>
            <a:r>
              <a:rPr dirty="0"/>
              <a:t> </a:t>
            </a:r>
            <a:r>
              <a:rPr dirty="0" err="1"/>
              <a:t>crítico</a:t>
            </a:r>
            <a:r>
              <a:rPr dirty="0"/>
              <a:t> e histórico.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estudar a Pré-História?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Entender</a:t>
            </a:r>
            <a:r>
              <a:rPr dirty="0"/>
              <a:t> </a:t>
            </a:r>
            <a:r>
              <a:rPr dirty="0" err="1"/>
              <a:t>nossas</a:t>
            </a:r>
            <a:r>
              <a:rPr dirty="0"/>
              <a:t> </a:t>
            </a:r>
            <a:r>
              <a:rPr dirty="0" err="1"/>
              <a:t>origens</a:t>
            </a:r>
            <a:r>
              <a:rPr dirty="0"/>
              <a:t> e </a:t>
            </a:r>
            <a:r>
              <a:rPr dirty="0" err="1"/>
              <a:t>invenções</a:t>
            </a:r>
            <a:r>
              <a:rPr dirty="0"/>
              <a:t> </a:t>
            </a:r>
            <a:r>
              <a:rPr dirty="0" err="1"/>
              <a:t>humanas</a:t>
            </a:r>
            <a:r>
              <a:rPr dirty="0"/>
              <a:t>.</a:t>
            </a:r>
          </a:p>
          <a:p>
            <a:r>
              <a:rPr dirty="0" err="1"/>
              <a:t>Perceber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passado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criativo</a:t>
            </a:r>
            <a:r>
              <a:rPr dirty="0"/>
              <a:t> e </a:t>
            </a:r>
            <a:r>
              <a:rPr dirty="0" err="1"/>
              <a:t>inovador</a:t>
            </a:r>
            <a:r>
              <a:rPr dirty="0"/>
              <a:t>.</a:t>
            </a:r>
          </a:p>
          <a:p>
            <a:r>
              <a:rPr dirty="0" err="1"/>
              <a:t>Desenvolver</a:t>
            </a:r>
            <a:r>
              <a:rPr dirty="0"/>
              <a:t> </a:t>
            </a:r>
            <a:r>
              <a:rPr dirty="0" err="1"/>
              <a:t>habilidades</a:t>
            </a:r>
            <a:r>
              <a:rPr dirty="0"/>
              <a:t> de </a:t>
            </a:r>
            <a:r>
              <a:rPr dirty="0" err="1"/>
              <a:t>observação</a:t>
            </a:r>
            <a:r>
              <a:rPr dirty="0"/>
              <a:t> e </a:t>
            </a:r>
            <a:r>
              <a:rPr dirty="0" err="1"/>
              <a:t>análise</a:t>
            </a:r>
            <a:r>
              <a:rPr dirty="0"/>
              <a:t>.</a:t>
            </a:r>
          </a:p>
          <a:p>
            <a:r>
              <a:rPr dirty="0" err="1"/>
              <a:t>Aprender</a:t>
            </a:r>
            <a:r>
              <a:rPr dirty="0"/>
              <a:t> com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vestígios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contam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e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</TotalTime>
  <Words>351</Words>
  <Application>Microsoft Office PowerPoint</Application>
  <PresentationFormat>Apresentação na tela (4:3)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Galeria</vt:lpstr>
      <vt:lpstr>Pré-História: quando a humanidade inventava o mundo</vt:lpstr>
      <vt:lpstr>O que é Pré-História</vt:lpstr>
      <vt:lpstr>Como sabemos sobre a Pré-História?</vt:lpstr>
      <vt:lpstr>Paleolítico – características principais</vt:lpstr>
      <vt:lpstr>Neolítico – agricultura e sedentarização</vt:lpstr>
      <vt:lpstr>Idade dos Metais – avanços técnicos</vt:lpstr>
      <vt:lpstr>Invenções importantes da Pré-História</vt:lpstr>
      <vt:lpstr>Atividade – Somos arqueólogos!</vt:lpstr>
      <vt:lpstr>Uso da IA para aprender História</vt:lpstr>
      <vt:lpstr>Por que estudar a Pré-História?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Bruno Reis</cp:lastModifiedBy>
  <cp:revision>2</cp:revision>
  <dcterms:created xsi:type="dcterms:W3CDTF">2013-01-27T09:14:16Z</dcterms:created>
  <dcterms:modified xsi:type="dcterms:W3CDTF">2026-01-05T17:20:04Z</dcterms:modified>
  <cp:category/>
</cp:coreProperties>
</file>